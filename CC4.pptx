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76" r:id="rId4"/>
    <p:sldId id="277" r:id="rId5"/>
    <p:sldId id="278" r:id="rId6"/>
    <p:sldId id="279" r:id="rId7"/>
    <p:sldId id="280" r:id="rId8"/>
    <p:sldId id="257" r:id="rId9"/>
    <p:sldId id="258" r:id="rId10"/>
    <p:sldId id="271" r:id="rId11"/>
    <p:sldId id="274" r:id="rId12"/>
    <p:sldId id="275" r:id="rId13"/>
    <p:sldId id="260" r:id="rId14"/>
    <p:sldId id="261" r:id="rId15"/>
    <p:sldId id="281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FF0A675-B8C3-401A-8D96-6A96FD295AD8}">
          <p14:sldIdLst>
            <p14:sldId id="256"/>
          </p14:sldIdLst>
        </p14:section>
        <p14:section name="gaVSgadpx" id="{C99C3B9A-DE4F-4BB8-88CB-82664A1AF635}">
          <p14:sldIdLst>
            <p14:sldId id="262"/>
            <p14:sldId id="276"/>
            <p14:sldId id="277"/>
            <p14:sldId id="278"/>
            <p14:sldId id="279"/>
            <p14:sldId id="280"/>
            <p14:sldId id="257"/>
          </p14:sldIdLst>
        </p14:section>
        <p14:section name="ga_gadpx_2opt" id="{FD60FF02-9F93-4A2D-AB37-B680CDB62F93}">
          <p14:sldIdLst>
            <p14:sldId id="258"/>
            <p14:sldId id="271"/>
            <p14:sldId id="274"/>
            <p14:sldId id="275"/>
            <p14:sldId id="260"/>
            <p14:sldId id="261"/>
          </p14:sldIdLst>
        </p14:section>
        <p14:section name="comparaisonGlobal" id="{8367E63D-C419-49C0-978E-988DCFE2A2D3}">
          <p14:sldIdLst>
            <p14:sldId id="281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Designformatvorlage 1 - Akz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32:38.897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0,'964'0'0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32:45.985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0,'1669'24'0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33:10.028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0,'1600'0'0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33:16.110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9 0,'1764'0'0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33:48.130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 0,'1600'24'0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33:51.359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 0,'1976'0'0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36:18.807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24 0,'1481'-24'0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36:23.968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24 0,'2021'-23'0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34:11.822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 0,'2022'69'0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34:16.519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0,'2186'24'0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36:03.976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0,'1717'0'0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36:09.335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24 0,'2093'-24'0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34:31.809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 0,'1645'0'0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34:37.289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0,'1765'48'0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35:52.914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24 0,'1952'-23'0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35:56.212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9 0,'1694'0'0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35:07.457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0,'1646'0'0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35:11.006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1 0,'1247'0'0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35:36.945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0,'1435'0'0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35:43.624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0,'2022'24'0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37:51.305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0,'2235'0'0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38:09.630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0,'2281'23'0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38:16.666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28 0,'2307'0'0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38:43.231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9 0,'2517'0'0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38:57.144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0,'2798'25'0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39:01.533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0,'2517'48'0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39:54.119"/>
    </inkml:context>
    <inkml:brush xml:id="br0">
      <inkml:brushProperty name="width" value="0.2" units="cm"/>
      <inkml:brushProperty name="height" value="0.4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0,'2398'0'0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0:00.538"/>
    </inkml:context>
    <inkml:brush xml:id="br0">
      <inkml:brushProperty name="width" value="0.2" units="cm"/>
      <inkml:brushProperty name="height" value="0.4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0,'2540'23'0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0:05.113"/>
    </inkml:context>
    <inkml:brush xml:id="br0">
      <inkml:brushProperty name="width" value="0.2" units="cm"/>
      <inkml:brushProperty name="height" value="0.4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0,'2635'0'0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0:27.259"/>
    </inkml:context>
    <inkml:brush xml:id="br0">
      <inkml:brushProperty name="width" value="0.2" units="cm"/>
      <inkml:brushProperty name="height" value="0.4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0,'2470'24'0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0:36.448"/>
    </inkml:context>
    <inkml:brush xml:id="br0">
      <inkml:brushProperty name="width" value="0.2" units="cm"/>
      <inkml:brushProperty name="height" value="0.4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 0,'2422'46'0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1:02.769"/>
    </inkml:context>
    <inkml:brush xml:id="br0">
      <inkml:brushProperty name="width" value="0.2" units="cm"/>
      <inkml:brushProperty name="height" value="0.4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0,'2656'0'0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2:43.295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24 0,'2328'-23'0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2:56.104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0,'2187'23'0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2:59.365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0,'2046'0'0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3:13.603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23 0,'2470'-23'0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3:18.344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71 0,'2471'-71'0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3:25.352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1 24 0,'2421'-23'0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1:26.014"/>
    </inkml:context>
    <inkml:brush xml:id="br0">
      <inkml:brushProperty name="width" value="0.2" units="cm"/>
      <inkml:brushProperty name="height" value="0.4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24 0,'2211'-23'0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1:31.048"/>
    </inkml:context>
    <inkml:brush xml:id="br0">
      <inkml:brushProperty name="width" value="0.2" units="cm"/>
      <inkml:brushProperty name="height" value="0.4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46 0,'2187'-46'0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1:35.136"/>
    </inkml:context>
    <inkml:brush xml:id="br0">
      <inkml:brushProperty name="width" value="0.2" units="cm"/>
      <inkml:brushProperty name="height" value="0.4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0,'2095'0'0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2:25.930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 0,'2376'0'0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2:30.805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47 0,'2328'-46'0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2:34.724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23 0,'2281'-23'0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3:37.854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48 0,'2540'-48'0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3:42.324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24 0,'2375'-23'0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3:56.030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0,'2353'0'0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4:29.102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0,'1105'0'0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4:32.472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47 0,'1035'-47'0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4:44.209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23 0,'3832'-23'0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4:52.764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0,'1341'0'0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5:04.027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1 0,'1647'23'0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5:08.767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46 0,'1552'-46'0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5:13.393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0,'1506'0'0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5:18.596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95 0,'1598'-95'0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5:35.424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1 0,'8256'46'0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5:39.741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2 0,'1201'0'0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5:46.240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48 0,'3881'-47'0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5:50.375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46 0,'1105'-46'0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5:54.191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47 0,'987'-46'0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5:58.183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0,'1740'0'0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6:02.539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0,'1742'0'0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6:20.727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21 0,'1787'0'0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6:30.335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0,'1952'23'0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6:52.452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47 0,'3809'-47'0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6:57.380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70 0,'1082'-69'0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7:02.240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1 0,'847'0'0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7:06.632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1 0,'1740'0'0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7:11.062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0,'2022'0'0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7:14.427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 11 0,'1953'0'0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23:47:20.270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47 0,'2188'-47'0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2BCE6A-3394-2528-14F0-968A0902D8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9821881-135E-A741-05DA-64610593F3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163C3F-EA6E-E61F-5CC6-B32974AD7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D336-2258-43D2-AA93-3D33B9846377}" type="datetimeFigureOut">
              <a:rPr lang="de-DE" smtClean="0"/>
              <a:t>11.12.2025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F7156E7-1239-D4BA-5FB5-5DFA1F565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9A3187A-978C-F48E-7B01-27FD47FB0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386F8-8811-41C8-8746-1599825B76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6319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9B446C-BCCE-FCF1-FECF-3C580D9A0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8C0735B-AA27-FB4F-24AE-E400F250C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5530326-635E-B184-9B0C-F35AB11FB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D336-2258-43D2-AA93-3D33B9846377}" type="datetimeFigureOut">
              <a:rPr lang="de-DE" smtClean="0"/>
              <a:t>11.12.2025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09AA415-8C38-FF83-E42B-279AFD304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78DF5B-9B21-4C2D-4C15-6AA3478CD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386F8-8811-41C8-8746-1599825B76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9487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F9CE49-E82F-C799-D4C7-7BBA2D571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96D7DE8-8D30-B91D-02F2-117B21285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906E993-AF30-EECA-0B40-730CA1EDF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D336-2258-43D2-AA93-3D33B9846377}" type="datetimeFigureOut">
              <a:rPr lang="de-DE" smtClean="0"/>
              <a:t>11.12.2025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4C63E3-DD3C-FBC2-2684-A575ADE87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97E27D-F8C1-E00C-EEE2-4095763A1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386F8-8811-41C8-8746-1599825B76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5645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B6AF58-94AA-91D2-8C54-2B237DDFF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89148E-7691-3F9D-F2DE-6918CA8CF8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5D1C9DB-8066-D1E0-6326-D0BDA4FBAB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28ED7A3-3CC7-299D-279F-CF31E9831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D336-2258-43D2-AA93-3D33B9846377}" type="datetimeFigureOut">
              <a:rPr lang="de-DE" smtClean="0"/>
              <a:t>11.12.2025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26413A2-1A50-1B23-BC50-EC7473A33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B7967C-F740-9FCB-7D6B-ECDFCC885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386F8-8811-41C8-8746-1599825B76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7636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127D5A-C0AC-AE0B-4D3E-A449D815D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6DBAD5A-1DE5-0745-C449-AFA493B87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7B29F5A-B586-05A3-1AD7-B00C049A05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81B282A-FB5A-BA06-F97B-BB3B956878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5977C94-157E-62AC-AF20-7FE90DB763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6DF695F-3FD5-AD07-CC69-D3DBAC5BE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D336-2258-43D2-AA93-3D33B9846377}" type="datetimeFigureOut">
              <a:rPr lang="de-DE" smtClean="0"/>
              <a:t>11.12.2025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14E5BBD-0E6E-47AD-36BF-1F1A35208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F88562C-72FF-1E9D-F50D-43E46A2AA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386F8-8811-41C8-8746-1599825B76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182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1DFE06-EF0C-EEF3-36CA-528B9F67D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408DA4C-67B8-C0B3-A52C-E13D2CD41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D336-2258-43D2-AA93-3D33B9846377}" type="datetimeFigureOut">
              <a:rPr lang="de-DE" smtClean="0"/>
              <a:t>11.12.2025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5441D95-121C-F2B3-AF77-782C20B46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B013AB7-DDB5-B88C-7A9F-BCBB42224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386F8-8811-41C8-8746-1599825B76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528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A20A8B6-47B5-B915-D580-C5ECF9F93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D336-2258-43D2-AA93-3D33B9846377}" type="datetimeFigureOut">
              <a:rPr lang="de-DE" smtClean="0"/>
              <a:t>11.12.2025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DBACCBC-D1F0-5AEF-64BA-D5F52605D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4BD20D1-3410-C8C5-F531-92B88A189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386F8-8811-41C8-8746-1599825B76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4024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C82704-C99A-A9DC-A00A-1B29D1448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F6D2467-6C89-8614-ECEE-65ED0F64F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B1E4085-C6BC-C65D-EFC5-F8B370C93F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F202767-349C-6578-70A5-023355E16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D336-2258-43D2-AA93-3D33B9846377}" type="datetimeFigureOut">
              <a:rPr lang="de-DE" smtClean="0"/>
              <a:t>11.12.2025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BE13D4B-07BE-48AA-87BB-E04882651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76FE6C9-D9C8-551F-D2D0-4543DF6D6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386F8-8811-41C8-8746-1599825B76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0591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73357F-BDF1-33F8-4D67-9535A0257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81B01A7-64D6-CC1B-1DB8-D94D4AD55A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634B79E-2F2F-2F8A-C238-10C741963A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9DD1DDC-2453-9F54-D130-86EC4298F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D336-2258-43D2-AA93-3D33B9846377}" type="datetimeFigureOut">
              <a:rPr lang="de-DE" smtClean="0"/>
              <a:t>11.12.2025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05E2571-88C2-066D-7C9D-D2910A821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F063547-5702-64DA-3F43-E673E7C59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386F8-8811-41C8-8746-1599825B76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9003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E483D0-4C8C-22AC-A80B-AEE86BF9E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40D6C0B-309E-615D-10FC-C941197237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F6E547D-35F1-D3F8-CC80-E618DF086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D336-2258-43D2-AA93-3D33B9846377}" type="datetimeFigureOut">
              <a:rPr lang="de-DE" smtClean="0"/>
              <a:t>11.12.2025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5D318F-811C-6CF9-D705-EEEE72A4A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A8B192-D999-6CD8-7244-CC0355257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386F8-8811-41C8-8746-1599825B76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8373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A77BBC6-E280-4971-D068-7AC3C92DB5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57BF36D-CD7C-A8E8-2C97-3F6A682C4C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69BEE6-E94D-FDED-F546-433936CEF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D336-2258-43D2-AA93-3D33B9846377}" type="datetimeFigureOut">
              <a:rPr lang="de-DE" smtClean="0"/>
              <a:t>11.12.2025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A2E9164-CB31-7027-AE9C-CB49D3039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C4A3E34-B6EC-5305-C956-2A9C61381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386F8-8811-41C8-8746-1599825B76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7838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28AB470-91A5-41B9-4D4B-466B44494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12979F2-6B4D-A4CE-E89E-AA0B6BE9F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3AD9FC0-DADD-67C1-6923-EC3E887D1B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A0D336-2258-43D2-AA93-3D33B9846377}" type="datetimeFigureOut">
              <a:rPr lang="de-DE" smtClean="0"/>
              <a:t>11.12.2025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024373-45BF-B962-57CB-FF7F1C9EA5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A19F8CA-F397-5CE0-CBC7-9F43CA1FC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3386F8-8811-41C8-8746-1599825B767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1757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customXml" Target="../ink/ink5.xml"/><Relationship Id="rId7" Type="http://schemas.openxmlformats.org/officeDocument/2006/relationships/customXml" Target="../ink/ink7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customXml" Target="../ink/ink6.xml"/><Relationship Id="rId10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customXml" Target="../ink/ink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customXml" Target="../ink/ink9.xml"/><Relationship Id="rId7" Type="http://schemas.openxmlformats.org/officeDocument/2006/relationships/customXml" Target="../ink/ink1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customXml" Target="../ink/ink10.xml"/><Relationship Id="rId10" Type="http://schemas.openxmlformats.org/officeDocument/2006/relationships/image" Target="../media/image15.png"/><Relationship Id="rId4" Type="http://schemas.openxmlformats.org/officeDocument/2006/relationships/image" Target="../media/image12.png"/><Relationship Id="rId9" Type="http://schemas.openxmlformats.org/officeDocument/2006/relationships/customXml" Target="../ink/ink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customXml" Target="../ink/ink13.xml"/><Relationship Id="rId7" Type="http://schemas.openxmlformats.org/officeDocument/2006/relationships/customXml" Target="../ink/ink15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customXml" Target="../ink/ink14.xml"/><Relationship Id="rId10" Type="http://schemas.openxmlformats.org/officeDocument/2006/relationships/image" Target="../media/image20.png"/><Relationship Id="rId4" Type="http://schemas.openxmlformats.org/officeDocument/2006/relationships/image" Target="../media/image17.png"/><Relationship Id="rId9" Type="http://schemas.openxmlformats.org/officeDocument/2006/relationships/customXml" Target="../ink/ink1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customXml" Target="../ink/ink17.xml"/><Relationship Id="rId7" Type="http://schemas.openxmlformats.org/officeDocument/2006/relationships/customXml" Target="../ink/ink19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customXml" Target="../ink/ink18.xml"/><Relationship Id="rId10" Type="http://schemas.openxmlformats.org/officeDocument/2006/relationships/image" Target="../media/image24.png"/><Relationship Id="rId4" Type="http://schemas.openxmlformats.org/officeDocument/2006/relationships/image" Target="../media/image17.png"/><Relationship Id="rId9" Type="http://schemas.openxmlformats.org/officeDocument/2006/relationships/customXml" Target="../ink/ink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customXml" Target="../ink/ink26.xml"/><Relationship Id="rId18" Type="http://schemas.openxmlformats.org/officeDocument/2006/relationships/image" Target="../media/image33.png"/><Relationship Id="rId3" Type="http://schemas.openxmlformats.org/officeDocument/2006/relationships/customXml" Target="../ink/ink21.xml"/><Relationship Id="rId7" Type="http://schemas.openxmlformats.org/officeDocument/2006/relationships/customXml" Target="../ink/ink23.xml"/><Relationship Id="rId12" Type="http://schemas.openxmlformats.org/officeDocument/2006/relationships/image" Target="../media/image30.png"/><Relationship Id="rId17" Type="http://schemas.openxmlformats.org/officeDocument/2006/relationships/customXml" Target="../ink/ink28.xml"/><Relationship Id="rId2" Type="http://schemas.openxmlformats.org/officeDocument/2006/relationships/image" Target="../media/image25.png"/><Relationship Id="rId16" Type="http://schemas.openxmlformats.org/officeDocument/2006/relationships/image" Target="../media/image32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customXml" Target="../ink/ink25.xml"/><Relationship Id="rId5" Type="http://schemas.openxmlformats.org/officeDocument/2006/relationships/customXml" Target="../ink/ink22.xml"/><Relationship Id="rId15" Type="http://schemas.openxmlformats.org/officeDocument/2006/relationships/customXml" Target="../ink/ink27.xml"/><Relationship Id="rId10" Type="http://schemas.openxmlformats.org/officeDocument/2006/relationships/image" Target="../media/image29.png"/><Relationship Id="rId19" Type="http://schemas.openxmlformats.org/officeDocument/2006/relationships/customXml" Target="../ink/ink29.xml"/><Relationship Id="rId4" Type="http://schemas.openxmlformats.org/officeDocument/2006/relationships/image" Target="../media/image26.png"/><Relationship Id="rId9" Type="http://schemas.openxmlformats.org/officeDocument/2006/relationships/customXml" Target="../ink/ink24.xml"/><Relationship Id="rId1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customXml" Target="../ink/ink35.xml"/><Relationship Id="rId18" Type="http://schemas.openxmlformats.org/officeDocument/2006/relationships/image" Target="../media/image43.png"/><Relationship Id="rId3" Type="http://schemas.openxmlformats.org/officeDocument/2006/relationships/customXml" Target="../ink/ink30.xml"/><Relationship Id="rId7" Type="http://schemas.openxmlformats.org/officeDocument/2006/relationships/customXml" Target="../ink/ink32.xml"/><Relationship Id="rId12" Type="http://schemas.openxmlformats.org/officeDocument/2006/relationships/image" Target="../media/image40.png"/><Relationship Id="rId17" Type="http://schemas.openxmlformats.org/officeDocument/2006/relationships/customXml" Target="../ink/ink37.xml"/><Relationship Id="rId2" Type="http://schemas.openxmlformats.org/officeDocument/2006/relationships/image" Target="../media/image35.png"/><Relationship Id="rId16" Type="http://schemas.openxmlformats.org/officeDocument/2006/relationships/image" Target="../media/image42.png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customXml" Target="../ink/ink34.xml"/><Relationship Id="rId5" Type="http://schemas.openxmlformats.org/officeDocument/2006/relationships/customXml" Target="../ink/ink31.xml"/><Relationship Id="rId15" Type="http://schemas.openxmlformats.org/officeDocument/2006/relationships/customXml" Target="../ink/ink36.xml"/><Relationship Id="rId10" Type="http://schemas.openxmlformats.org/officeDocument/2006/relationships/image" Target="../media/image39.png"/><Relationship Id="rId19" Type="http://schemas.openxmlformats.org/officeDocument/2006/relationships/customXml" Target="../ink/ink38.xml"/><Relationship Id="rId4" Type="http://schemas.openxmlformats.org/officeDocument/2006/relationships/image" Target="../media/image36.png"/><Relationship Id="rId9" Type="http://schemas.openxmlformats.org/officeDocument/2006/relationships/customXml" Target="../ink/ink33.xml"/><Relationship Id="rId1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customXml" Target="../ink/ink44.xml"/><Relationship Id="rId18" Type="http://schemas.openxmlformats.org/officeDocument/2006/relationships/image" Target="../media/image53.png"/><Relationship Id="rId3" Type="http://schemas.openxmlformats.org/officeDocument/2006/relationships/customXml" Target="../ink/ink39.xml"/><Relationship Id="rId7" Type="http://schemas.openxmlformats.org/officeDocument/2006/relationships/customXml" Target="../ink/ink41.xml"/><Relationship Id="rId12" Type="http://schemas.openxmlformats.org/officeDocument/2006/relationships/image" Target="../media/image50.png"/><Relationship Id="rId17" Type="http://schemas.openxmlformats.org/officeDocument/2006/relationships/customXml" Target="../ink/ink46.xml"/><Relationship Id="rId2" Type="http://schemas.openxmlformats.org/officeDocument/2006/relationships/image" Target="../media/image45.png"/><Relationship Id="rId16" Type="http://schemas.openxmlformats.org/officeDocument/2006/relationships/image" Target="../media/image52.pn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customXml" Target="../ink/ink43.xml"/><Relationship Id="rId5" Type="http://schemas.openxmlformats.org/officeDocument/2006/relationships/customXml" Target="../ink/ink40.xml"/><Relationship Id="rId15" Type="http://schemas.openxmlformats.org/officeDocument/2006/relationships/customXml" Target="../ink/ink45.xml"/><Relationship Id="rId10" Type="http://schemas.openxmlformats.org/officeDocument/2006/relationships/image" Target="../media/image49.png"/><Relationship Id="rId19" Type="http://schemas.openxmlformats.org/officeDocument/2006/relationships/customXml" Target="../ink/ink47.xml"/><Relationship Id="rId4" Type="http://schemas.openxmlformats.org/officeDocument/2006/relationships/image" Target="../media/image46.png"/><Relationship Id="rId9" Type="http://schemas.openxmlformats.org/officeDocument/2006/relationships/customXml" Target="../ink/ink42.xml"/><Relationship Id="rId14" Type="http://schemas.openxmlformats.org/officeDocument/2006/relationships/image" Target="../media/image5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customXml" Target="../ink/ink53.xml"/><Relationship Id="rId18" Type="http://schemas.openxmlformats.org/officeDocument/2006/relationships/image" Target="../media/image63.png"/><Relationship Id="rId3" Type="http://schemas.openxmlformats.org/officeDocument/2006/relationships/customXml" Target="../ink/ink48.xml"/><Relationship Id="rId7" Type="http://schemas.openxmlformats.org/officeDocument/2006/relationships/customXml" Target="../ink/ink50.xml"/><Relationship Id="rId12" Type="http://schemas.openxmlformats.org/officeDocument/2006/relationships/image" Target="../media/image60.png"/><Relationship Id="rId17" Type="http://schemas.openxmlformats.org/officeDocument/2006/relationships/customXml" Target="../ink/ink55.xml"/><Relationship Id="rId2" Type="http://schemas.openxmlformats.org/officeDocument/2006/relationships/image" Target="../media/image55.png"/><Relationship Id="rId16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11" Type="http://schemas.openxmlformats.org/officeDocument/2006/relationships/customXml" Target="../ink/ink52.xml"/><Relationship Id="rId5" Type="http://schemas.openxmlformats.org/officeDocument/2006/relationships/customXml" Target="../ink/ink49.xml"/><Relationship Id="rId15" Type="http://schemas.openxmlformats.org/officeDocument/2006/relationships/customXml" Target="../ink/ink54.xml"/><Relationship Id="rId10" Type="http://schemas.openxmlformats.org/officeDocument/2006/relationships/image" Target="../media/image59.png"/><Relationship Id="rId4" Type="http://schemas.openxmlformats.org/officeDocument/2006/relationships/image" Target="../media/image56.png"/><Relationship Id="rId9" Type="http://schemas.openxmlformats.org/officeDocument/2006/relationships/customXml" Target="../ink/ink51.xml"/><Relationship Id="rId14" Type="http://schemas.openxmlformats.org/officeDocument/2006/relationships/image" Target="../media/image6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customXml" Target="../ink/ink61.xml"/><Relationship Id="rId18" Type="http://schemas.openxmlformats.org/officeDocument/2006/relationships/customXml" Target="../ink/ink64.xml"/><Relationship Id="rId3" Type="http://schemas.openxmlformats.org/officeDocument/2006/relationships/customXml" Target="../ink/ink56.xml"/><Relationship Id="rId7" Type="http://schemas.openxmlformats.org/officeDocument/2006/relationships/customXml" Target="../ink/ink58.xml"/><Relationship Id="rId12" Type="http://schemas.openxmlformats.org/officeDocument/2006/relationships/image" Target="../media/image69.png"/><Relationship Id="rId17" Type="http://schemas.openxmlformats.org/officeDocument/2006/relationships/image" Target="../media/image71.png"/><Relationship Id="rId2" Type="http://schemas.openxmlformats.org/officeDocument/2006/relationships/image" Target="../media/image64.png"/><Relationship Id="rId16" Type="http://schemas.openxmlformats.org/officeDocument/2006/relationships/customXml" Target="../ink/ink6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1" Type="http://schemas.openxmlformats.org/officeDocument/2006/relationships/customXml" Target="../ink/ink60.xml"/><Relationship Id="rId5" Type="http://schemas.openxmlformats.org/officeDocument/2006/relationships/customXml" Target="../ink/ink57.xml"/><Relationship Id="rId15" Type="http://schemas.openxmlformats.org/officeDocument/2006/relationships/customXml" Target="../ink/ink62.xml"/><Relationship Id="rId10" Type="http://schemas.openxmlformats.org/officeDocument/2006/relationships/image" Target="../media/image68.png"/><Relationship Id="rId19" Type="http://schemas.openxmlformats.org/officeDocument/2006/relationships/image" Target="../media/image72.png"/><Relationship Id="rId4" Type="http://schemas.openxmlformats.org/officeDocument/2006/relationships/image" Target="../media/image65.png"/><Relationship Id="rId9" Type="http://schemas.openxmlformats.org/officeDocument/2006/relationships/customXml" Target="../ink/ink59.xml"/><Relationship Id="rId14" Type="http://schemas.openxmlformats.org/officeDocument/2006/relationships/image" Target="../media/image7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customXml" Target="../ink/ink70.xml"/><Relationship Id="rId3" Type="http://schemas.openxmlformats.org/officeDocument/2006/relationships/customXml" Target="../ink/ink65.xml"/><Relationship Id="rId7" Type="http://schemas.openxmlformats.org/officeDocument/2006/relationships/customXml" Target="../ink/ink67.xml"/><Relationship Id="rId12" Type="http://schemas.openxmlformats.org/officeDocument/2006/relationships/image" Target="../media/image77.png"/><Relationship Id="rId2" Type="http://schemas.openxmlformats.org/officeDocument/2006/relationships/image" Target="../media/image73.png"/><Relationship Id="rId16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11" Type="http://schemas.openxmlformats.org/officeDocument/2006/relationships/customXml" Target="../ink/ink69.xml"/><Relationship Id="rId5" Type="http://schemas.openxmlformats.org/officeDocument/2006/relationships/customXml" Target="../ink/ink66.xml"/><Relationship Id="rId15" Type="http://schemas.openxmlformats.org/officeDocument/2006/relationships/customXml" Target="../ink/ink71.xml"/><Relationship Id="rId10" Type="http://schemas.openxmlformats.org/officeDocument/2006/relationships/image" Target="../media/image70.png"/><Relationship Id="rId4" Type="http://schemas.openxmlformats.org/officeDocument/2006/relationships/image" Target="../media/image74.png"/><Relationship Id="rId9" Type="http://schemas.openxmlformats.org/officeDocument/2006/relationships/customXml" Target="../ink/ink68.xml"/><Relationship Id="rId14" Type="http://schemas.openxmlformats.org/officeDocument/2006/relationships/image" Target="../media/image7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2B18C87-1874-D9F0-2BB1-1EBDE21150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de-DE" sz="4800">
                <a:solidFill>
                  <a:srgbClr val="FFFFFF"/>
                </a:solidFill>
              </a:rPr>
              <a:t>Projet Avancé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89AF13F-CD0D-4D3E-34BD-FA034F2937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de-DE"/>
              <a:t>Recette finale</a:t>
            </a:r>
          </a:p>
        </p:txBody>
      </p:sp>
    </p:spTree>
    <p:extLst>
      <p:ext uri="{BB962C8B-B14F-4D97-AF65-F5344CB8AC3E}">
        <p14:creationId xmlns:p14="http://schemas.microsoft.com/office/powerpoint/2010/main" val="1841526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AFA3C59F-7095-653D-A86E-3B84A94EEE3B}"/>
              </a:ext>
            </a:extLst>
          </p:cNvPr>
          <p:cNvSpPr/>
          <p:nvPr/>
        </p:nvSpPr>
        <p:spPr>
          <a:xfrm>
            <a:off x="2921001" y="1888067"/>
            <a:ext cx="5029200" cy="203200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i="1" dirty="0">
                <a:solidFill>
                  <a:schemeClr val="tx1"/>
                </a:solidFill>
              </a:rPr>
              <a:t>GADPX  </a:t>
            </a:r>
            <a:r>
              <a:rPr lang="de-DE" sz="2800" b="1" i="1" dirty="0" err="1">
                <a:solidFill>
                  <a:schemeClr val="tx1"/>
                </a:solidFill>
              </a:rPr>
              <a:t>vs</a:t>
            </a:r>
            <a:r>
              <a:rPr lang="de-DE" sz="2800" b="1" i="1" dirty="0">
                <a:solidFill>
                  <a:schemeClr val="tx1"/>
                </a:solidFill>
              </a:rPr>
              <a:t> GA</a:t>
            </a:r>
          </a:p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86785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48A5DB1B-972C-A314-FEC0-A191C4D475EE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b="1" dirty="0"/>
              <a:t>1) Petite population, peu de générations</a:t>
            </a:r>
          </a:p>
        </p:txBody>
      </p:sp>
      <p:pic>
        <p:nvPicPr>
          <p:cNvPr id="6" name="Grafik 5" descr="Ein Bild, das Text, Schrift, Zahl, Screenshot enthält.&#10;&#10;KI-generierte Inhalte können fehlerhaft sein.">
            <a:extLst>
              <a:ext uri="{FF2B5EF4-FFF2-40B4-BE49-F238E27FC236}">
                <a16:creationId xmlns:a16="http://schemas.microsoft.com/office/drawing/2014/main" id="{3163681D-484B-50D5-884B-D590C21293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003" y="767042"/>
            <a:ext cx="9983593" cy="383035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Freihand 11">
                <a:extLst>
                  <a:ext uri="{FF2B5EF4-FFF2-40B4-BE49-F238E27FC236}">
                    <a16:creationId xmlns:a16="http://schemas.microsoft.com/office/drawing/2014/main" id="{185D2B12-E3A3-4872-9943-912493281D4F}"/>
                  </a:ext>
                </a:extLst>
              </p14:cNvPr>
              <p14:cNvContentPartPr/>
              <p14:nvPr/>
            </p14:nvContentPartPr>
            <p14:xfrm>
              <a:off x="1803267" y="1506680"/>
              <a:ext cx="347400" cy="360"/>
            </p14:xfrm>
          </p:contentPart>
        </mc:Choice>
        <mc:Fallback>
          <p:pic>
            <p:nvPicPr>
              <p:cNvPr id="12" name="Freihand 11">
                <a:extLst>
                  <a:ext uri="{FF2B5EF4-FFF2-40B4-BE49-F238E27FC236}">
                    <a16:creationId xmlns:a16="http://schemas.microsoft.com/office/drawing/2014/main" id="{185D2B12-E3A3-4872-9943-912493281D4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67267" y="1434680"/>
                <a:ext cx="41904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4" name="Freihand 13">
                <a:extLst>
                  <a:ext uri="{FF2B5EF4-FFF2-40B4-BE49-F238E27FC236}">
                    <a16:creationId xmlns:a16="http://schemas.microsoft.com/office/drawing/2014/main" id="{32ED0F6E-5257-DBE5-17E7-6A0545134D68}"/>
                  </a:ext>
                </a:extLst>
              </p14:cNvPr>
              <p14:cNvContentPartPr/>
              <p14:nvPr/>
            </p14:nvContentPartPr>
            <p14:xfrm>
              <a:off x="1769427" y="2150360"/>
              <a:ext cx="601200" cy="8640"/>
            </p14:xfrm>
          </p:contentPart>
        </mc:Choice>
        <mc:Fallback>
          <p:pic>
            <p:nvPicPr>
              <p:cNvPr id="14" name="Freihand 13">
                <a:extLst>
                  <a:ext uri="{FF2B5EF4-FFF2-40B4-BE49-F238E27FC236}">
                    <a16:creationId xmlns:a16="http://schemas.microsoft.com/office/drawing/2014/main" id="{32ED0F6E-5257-DBE5-17E7-6A0545134D6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33427" y="2078360"/>
                <a:ext cx="67284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7" name="Freihand 16">
                <a:extLst>
                  <a:ext uri="{FF2B5EF4-FFF2-40B4-BE49-F238E27FC236}">
                    <a16:creationId xmlns:a16="http://schemas.microsoft.com/office/drawing/2014/main" id="{A73C9DD3-D7B8-7FF3-0AB7-DEE253351778}"/>
                  </a:ext>
                </a:extLst>
              </p14:cNvPr>
              <p14:cNvContentPartPr/>
              <p14:nvPr/>
            </p14:nvContentPartPr>
            <p14:xfrm>
              <a:off x="1769427" y="3081320"/>
              <a:ext cx="576000" cy="360"/>
            </p14:xfrm>
          </p:contentPart>
        </mc:Choice>
        <mc:Fallback>
          <p:pic>
            <p:nvPicPr>
              <p:cNvPr id="17" name="Freihand 16">
                <a:extLst>
                  <a:ext uri="{FF2B5EF4-FFF2-40B4-BE49-F238E27FC236}">
                    <a16:creationId xmlns:a16="http://schemas.microsoft.com/office/drawing/2014/main" id="{A73C9DD3-D7B8-7FF3-0AB7-DEE25335177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33427" y="3009680"/>
                <a:ext cx="64764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9" name="Freihand 18">
                <a:extLst>
                  <a:ext uri="{FF2B5EF4-FFF2-40B4-BE49-F238E27FC236}">
                    <a16:creationId xmlns:a16="http://schemas.microsoft.com/office/drawing/2014/main" id="{2F8C4DF6-459B-D06B-53FA-680BD819CCFE}"/>
                  </a:ext>
                </a:extLst>
              </p14:cNvPr>
              <p14:cNvContentPartPr/>
              <p14:nvPr/>
            </p14:nvContentPartPr>
            <p14:xfrm>
              <a:off x="1785987" y="3750560"/>
              <a:ext cx="635400" cy="720"/>
            </p14:xfrm>
          </p:contentPart>
        </mc:Choice>
        <mc:Fallback>
          <p:pic>
            <p:nvPicPr>
              <p:cNvPr id="19" name="Freihand 18">
                <a:extLst>
                  <a:ext uri="{FF2B5EF4-FFF2-40B4-BE49-F238E27FC236}">
                    <a16:creationId xmlns:a16="http://schemas.microsoft.com/office/drawing/2014/main" id="{2F8C4DF6-459B-D06B-53FA-680BD819CCF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750347" y="3606560"/>
                <a:ext cx="707040" cy="28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86783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A138A-CDB0-B621-ACBF-88EDFBB10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F8CC8E63-A6E1-E672-E07A-B54B9966377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b="1" dirty="0"/>
              <a:t>2) Population moyenne, génération faible</a:t>
            </a:r>
            <a:endParaRPr lang="de-DE" b="1" dirty="0"/>
          </a:p>
        </p:txBody>
      </p:sp>
      <p:pic>
        <p:nvPicPr>
          <p:cNvPr id="5" name="Grafik 4" descr="Ein Bild, das Text, Schrift, Zahl, Screenshot enthält.&#10;&#10;KI-generierte Inhalte können fehlerhaft sein.">
            <a:extLst>
              <a:ext uri="{FF2B5EF4-FFF2-40B4-BE49-F238E27FC236}">
                <a16:creationId xmlns:a16="http://schemas.microsoft.com/office/drawing/2014/main" id="{0BA43CD8-03B0-A9D7-AE47-F43F700B1E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242" y="1168700"/>
            <a:ext cx="9907383" cy="326753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Freihand 8">
                <a:extLst>
                  <a:ext uri="{FF2B5EF4-FFF2-40B4-BE49-F238E27FC236}">
                    <a16:creationId xmlns:a16="http://schemas.microsoft.com/office/drawing/2014/main" id="{437F3CB1-199B-E7D5-10A5-6B24C28328B1}"/>
                  </a:ext>
                </a:extLst>
              </p14:cNvPr>
              <p14:cNvContentPartPr/>
              <p14:nvPr/>
            </p14:nvContentPartPr>
            <p14:xfrm>
              <a:off x="1709667" y="3225320"/>
              <a:ext cx="576360" cy="9000"/>
            </p14:xfrm>
          </p:contentPart>
        </mc:Choice>
        <mc:Fallback>
          <p:pic>
            <p:nvPicPr>
              <p:cNvPr id="9" name="Freihand 8">
                <a:extLst>
                  <a:ext uri="{FF2B5EF4-FFF2-40B4-BE49-F238E27FC236}">
                    <a16:creationId xmlns:a16="http://schemas.microsoft.com/office/drawing/2014/main" id="{437F3CB1-199B-E7D5-10A5-6B24C28328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74027" y="3153680"/>
                <a:ext cx="64800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A06F0D80-8B69-50E9-9AE3-21015F881575}"/>
                  </a:ext>
                </a:extLst>
              </p14:cNvPr>
              <p14:cNvContentPartPr/>
              <p14:nvPr/>
            </p14:nvContentPartPr>
            <p14:xfrm>
              <a:off x="1709667" y="3860360"/>
              <a:ext cx="711720" cy="720"/>
            </p14:xfrm>
          </p:contentPart>
        </mc:Choice>
        <mc:Fallback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A06F0D80-8B69-50E9-9AE3-21015F88157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74027" y="3717080"/>
                <a:ext cx="78336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3" name="Freihand 12">
                <a:extLst>
                  <a:ext uri="{FF2B5EF4-FFF2-40B4-BE49-F238E27FC236}">
                    <a16:creationId xmlns:a16="http://schemas.microsoft.com/office/drawing/2014/main" id="{B6C7CDF1-F8FC-5865-A6B5-447D84982882}"/>
                  </a:ext>
                </a:extLst>
              </p14:cNvPr>
              <p14:cNvContentPartPr/>
              <p14:nvPr/>
            </p14:nvContentPartPr>
            <p14:xfrm>
              <a:off x="1582947" y="1769120"/>
              <a:ext cx="533520" cy="9000"/>
            </p14:xfrm>
          </p:contentPart>
        </mc:Choice>
        <mc:Fallback>
          <p:pic>
            <p:nvPicPr>
              <p:cNvPr id="13" name="Freihand 12">
                <a:extLst>
                  <a:ext uri="{FF2B5EF4-FFF2-40B4-BE49-F238E27FC236}">
                    <a16:creationId xmlns:a16="http://schemas.microsoft.com/office/drawing/2014/main" id="{B6C7CDF1-F8FC-5865-A6B5-447D8498288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47307" y="1697120"/>
                <a:ext cx="60516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5" name="Freihand 14">
                <a:extLst>
                  <a:ext uri="{FF2B5EF4-FFF2-40B4-BE49-F238E27FC236}">
                    <a16:creationId xmlns:a16="http://schemas.microsoft.com/office/drawing/2014/main" id="{14359833-6D9C-73B4-0F62-743E04D686D5}"/>
                  </a:ext>
                </a:extLst>
              </p14:cNvPr>
              <p14:cNvContentPartPr/>
              <p14:nvPr/>
            </p14:nvContentPartPr>
            <p14:xfrm>
              <a:off x="1574667" y="2370320"/>
              <a:ext cx="728280" cy="8640"/>
            </p14:xfrm>
          </p:contentPart>
        </mc:Choice>
        <mc:Fallback>
          <p:pic>
            <p:nvPicPr>
              <p:cNvPr id="15" name="Freihand 14">
                <a:extLst>
                  <a:ext uri="{FF2B5EF4-FFF2-40B4-BE49-F238E27FC236}">
                    <a16:creationId xmlns:a16="http://schemas.microsoft.com/office/drawing/2014/main" id="{14359833-6D9C-73B4-0F62-743E04D686D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539027" y="2298680"/>
                <a:ext cx="799920" cy="15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8302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B6237-1D2D-B327-978A-1CF67A064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906C719F-30D5-2DC5-5F27-3689C637498E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b="1" dirty="0"/>
              <a:t>3) Population faible, mutation faible</a:t>
            </a:r>
            <a:endParaRPr lang="de-DE" dirty="0"/>
          </a:p>
        </p:txBody>
      </p:sp>
      <p:pic>
        <p:nvPicPr>
          <p:cNvPr id="4" name="Grafik 3" descr="Ein Bild, das Text, Schrift, Zahl, Reihe enthält.&#10;&#10;KI-generierte Inhalte können fehlerhaft sein.">
            <a:extLst>
              <a:ext uri="{FF2B5EF4-FFF2-40B4-BE49-F238E27FC236}">
                <a16:creationId xmlns:a16="http://schemas.microsoft.com/office/drawing/2014/main" id="{12154BF3-21FA-E26B-0CC1-E7EACBB190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022" y="914046"/>
            <a:ext cx="11112710" cy="396275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Freihand 7">
                <a:extLst>
                  <a:ext uri="{FF2B5EF4-FFF2-40B4-BE49-F238E27FC236}">
                    <a16:creationId xmlns:a16="http://schemas.microsoft.com/office/drawing/2014/main" id="{3FB5A944-769D-FEAB-4339-4D2A9FB7F419}"/>
                  </a:ext>
                </a:extLst>
              </p14:cNvPr>
              <p14:cNvContentPartPr/>
              <p14:nvPr/>
            </p14:nvContentPartPr>
            <p14:xfrm>
              <a:off x="1870947" y="3310280"/>
              <a:ext cx="728280" cy="25560"/>
            </p14:xfrm>
          </p:contentPart>
        </mc:Choice>
        <mc:Fallback>
          <p:pic>
            <p:nvPicPr>
              <p:cNvPr id="8" name="Freihand 7">
                <a:extLst>
                  <a:ext uri="{FF2B5EF4-FFF2-40B4-BE49-F238E27FC236}">
                    <a16:creationId xmlns:a16="http://schemas.microsoft.com/office/drawing/2014/main" id="{3FB5A944-769D-FEAB-4339-4D2A9FB7F41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35307" y="3238640"/>
                <a:ext cx="79992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Freihand 9">
                <a:extLst>
                  <a:ext uri="{FF2B5EF4-FFF2-40B4-BE49-F238E27FC236}">
                    <a16:creationId xmlns:a16="http://schemas.microsoft.com/office/drawing/2014/main" id="{F259BF3E-87EE-9DBB-E9BF-57E951F5931D}"/>
                  </a:ext>
                </a:extLst>
              </p14:cNvPr>
              <p14:cNvContentPartPr/>
              <p14:nvPr/>
            </p14:nvContentPartPr>
            <p14:xfrm>
              <a:off x="1879587" y="4013000"/>
              <a:ext cx="787320" cy="9000"/>
            </p14:xfrm>
          </p:contentPart>
        </mc:Choice>
        <mc:Fallback>
          <p:pic>
            <p:nvPicPr>
              <p:cNvPr id="10" name="Freihand 9">
                <a:extLst>
                  <a:ext uri="{FF2B5EF4-FFF2-40B4-BE49-F238E27FC236}">
                    <a16:creationId xmlns:a16="http://schemas.microsoft.com/office/drawing/2014/main" id="{F259BF3E-87EE-9DBB-E9BF-57E951F5931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43587" y="3941000"/>
                <a:ext cx="85896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2" name="Freihand 11">
                <a:extLst>
                  <a:ext uri="{FF2B5EF4-FFF2-40B4-BE49-F238E27FC236}">
                    <a16:creationId xmlns:a16="http://schemas.microsoft.com/office/drawing/2014/main" id="{FD6F0255-572C-7806-1490-1DF516B207E4}"/>
                  </a:ext>
                </a:extLst>
              </p14:cNvPr>
              <p14:cNvContentPartPr/>
              <p14:nvPr/>
            </p14:nvContentPartPr>
            <p14:xfrm>
              <a:off x="1743867" y="1701800"/>
              <a:ext cx="618480" cy="360"/>
            </p14:xfrm>
          </p:contentPart>
        </mc:Choice>
        <mc:Fallback>
          <p:pic>
            <p:nvPicPr>
              <p:cNvPr id="12" name="Freihand 11">
                <a:extLst>
                  <a:ext uri="{FF2B5EF4-FFF2-40B4-BE49-F238E27FC236}">
                    <a16:creationId xmlns:a16="http://schemas.microsoft.com/office/drawing/2014/main" id="{FD6F0255-572C-7806-1490-1DF516B207E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07867" y="1629800"/>
                <a:ext cx="69012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4" name="Freihand 13">
                <a:extLst>
                  <a:ext uri="{FF2B5EF4-FFF2-40B4-BE49-F238E27FC236}">
                    <a16:creationId xmlns:a16="http://schemas.microsoft.com/office/drawing/2014/main" id="{75AE4F00-26DB-6821-FECF-52B46B43650E}"/>
                  </a:ext>
                </a:extLst>
              </p14:cNvPr>
              <p14:cNvContentPartPr/>
              <p14:nvPr/>
            </p14:nvContentPartPr>
            <p14:xfrm>
              <a:off x="1726947" y="2362040"/>
              <a:ext cx="754200" cy="8640"/>
            </p14:xfrm>
          </p:contentPart>
        </mc:Choice>
        <mc:Fallback>
          <p:pic>
            <p:nvPicPr>
              <p:cNvPr id="14" name="Freihand 13">
                <a:extLst>
                  <a:ext uri="{FF2B5EF4-FFF2-40B4-BE49-F238E27FC236}">
                    <a16:creationId xmlns:a16="http://schemas.microsoft.com/office/drawing/2014/main" id="{75AE4F00-26DB-6821-FECF-52B46B43650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91307" y="2290040"/>
                <a:ext cx="825840" cy="15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06908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16268-F57D-3EC6-3A7D-FF74CE1CC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F08BAADE-0380-8247-735F-2B9D23332BAF}"/>
              </a:ext>
            </a:extLst>
          </p:cNvPr>
          <p:cNvSpPr txBox="1"/>
          <p:nvPr/>
        </p:nvSpPr>
        <p:spPr>
          <a:xfrm>
            <a:off x="8467" y="8467"/>
            <a:ext cx="121920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4) Population large, plus de générations</a:t>
            </a:r>
            <a:endParaRPr lang="de-DE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4" name="Grafik 3" descr="Ein Bild, das Text, Schrift, Zahl, Reihe enthält.&#10;&#10;KI-generierte Inhalte können fehlerhaft sein.">
            <a:extLst>
              <a:ext uri="{FF2B5EF4-FFF2-40B4-BE49-F238E27FC236}">
                <a16:creationId xmlns:a16="http://schemas.microsoft.com/office/drawing/2014/main" id="{FE61ACAF-0F54-D6A8-39C2-79DCD57A23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339" y="1035441"/>
            <a:ext cx="9935962" cy="348663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A2186A70-7A75-61BB-F756-9560E48ED881}"/>
                  </a:ext>
                </a:extLst>
              </p14:cNvPr>
              <p14:cNvContentPartPr/>
              <p14:nvPr/>
            </p14:nvContentPartPr>
            <p14:xfrm>
              <a:off x="1574667" y="3140720"/>
              <a:ext cx="592920" cy="360"/>
            </p14:xfrm>
          </p:contentPart>
        </mc:Choice>
        <mc:Fallback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A2186A70-7A75-61BB-F756-9560E48ED88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39027" y="3069080"/>
                <a:ext cx="66456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Freihand 8">
                <a:extLst>
                  <a:ext uri="{FF2B5EF4-FFF2-40B4-BE49-F238E27FC236}">
                    <a16:creationId xmlns:a16="http://schemas.microsoft.com/office/drawing/2014/main" id="{D1715692-6E12-2A49-D87F-0A735BE8C695}"/>
                  </a:ext>
                </a:extLst>
              </p14:cNvPr>
              <p14:cNvContentPartPr/>
              <p14:nvPr/>
            </p14:nvContentPartPr>
            <p14:xfrm>
              <a:off x="1608147" y="3758840"/>
              <a:ext cx="635760" cy="17640"/>
            </p14:xfrm>
          </p:contentPart>
        </mc:Choice>
        <mc:Fallback>
          <p:pic>
            <p:nvPicPr>
              <p:cNvPr id="9" name="Freihand 8">
                <a:extLst>
                  <a:ext uri="{FF2B5EF4-FFF2-40B4-BE49-F238E27FC236}">
                    <a16:creationId xmlns:a16="http://schemas.microsoft.com/office/drawing/2014/main" id="{D1715692-6E12-2A49-D87F-0A735BE8C69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72147" y="3686840"/>
                <a:ext cx="70740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91E8C052-C1E9-CD87-1B2D-77BEA87FDA4A}"/>
                  </a:ext>
                </a:extLst>
              </p14:cNvPr>
              <p14:cNvContentPartPr/>
              <p14:nvPr/>
            </p14:nvContentPartPr>
            <p14:xfrm>
              <a:off x="1489707" y="2302640"/>
              <a:ext cx="703440" cy="8640"/>
            </p14:xfrm>
          </p:contentPart>
        </mc:Choice>
        <mc:Fallback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91E8C052-C1E9-CD87-1B2D-77BEA87FDA4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54067" y="2231000"/>
                <a:ext cx="77508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3" name="Freihand 12">
                <a:extLst>
                  <a:ext uri="{FF2B5EF4-FFF2-40B4-BE49-F238E27FC236}">
                    <a16:creationId xmlns:a16="http://schemas.microsoft.com/office/drawing/2014/main" id="{88AADABA-C0D8-86AD-E420-DEB3F14801D5}"/>
                  </a:ext>
                </a:extLst>
              </p14:cNvPr>
              <p14:cNvContentPartPr/>
              <p14:nvPr/>
            </p14:nvContentPartPr>
            <p14:xfrm>
              <a:off x="1489707" y="1650680"/>
              <a:ext cx="610560" cy="720"/>
            </p14:xfrm>
          </p:contentPart>
        </mc:Choice>
        <mc:Fallback>
          <p:pic>
            <p:nvPicPr>
              <p:cNvPr id="13" name="Freihand 12">
                <a:extLst>
                  <a:ext uri="{FF2B5EF4-FFF2-40B4-BE49-F238E27FC236}">
                    <a16:creationId xmlns:a16="http://schemas.microsoft.com/office/drawing/2014/main" id="{88AADABA-C0D8-86AD-E420-DEB3F14801D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454067" y="1506680"/>
                <a:ext cx="682200" cy="28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92280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919FA-E79D-B996-0649-F7D694692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85BAD44-A256-F412-CF09-043A1894507B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5) Mutation plus agressive</a:t>
            </a:r>
          </a:p>
        </p:txBody>
      </p:sp>
      <p:pic>
        <p:nvPicPr>
          <p:cNvPr id="4" name="Grafik 3" descr="Ein Bild, das Text, Schrift, Zahl, Screenshot enthält.&#10;&#10;KI-generierte Inhalte können fehlerhaft sein.">
            <a:extLst>
              <a:ext uri="{FF2B5EF4-FFF2-40B4-BE49-F238E27FC236}">
                <a16:creationId xmlns:a16="http://schemas.microsoft.com/office/drawing/2014/main" id="{9BFC38B1-F04D-8F4C-A40D-0F6E79D19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857" y="839005"/>
            <a:ext cx="9859751" cy="363905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" name="Freihand 9">
                <a:extLst>
                  <a:ext uri="{FF2B5EF4-FFF2-40B4-BE49-F238E27FC236}">
                    <a16:creationId xmlns:a16="http://schemas.microsoft.com/office/drawing/2014/main" id="{15097982-3494-1BE1-B7D3-A5CF53101515}"/>
                  </a:ext>
                </a:extLst>
              </p14:cNvPr>
              <p14:cNvContentPartPr/>
              <p14:nvPr/>
            </p14:nvContentPartPr>
            <p14:xfrm>
              <a:off x="1591587" y="3047480"/>
              <a:ext cx="592920" cy="360"/>
            </p14:xfrm>
          </p:contentPart>
        </mc:Choice>
        <mc:Fallback>
          <p:pic>
            <p:nvPicPr>
              <p:cNvPr id="10" name="Freihand 9">
                <a:extLst>
                  <a:ext uri="{FF2B5EF4-FFF2-40B4-BE49-F238E27FC236}">
                    <a16:creationId xmlns:a16="http://schemas.microsoft.com/office/drawing/2014/main" id="{15097982-3494-1BE1-B7D3-A5CF5310151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55587" y="2975480"/>
                <a:ext cx="66456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2" name="Freihand 11">
                <a:extLst>
                  <a:ext uri="{FF2B5EF4-FFF2-40B4-BE49-F238E27FC236}">
                    <a16:creationId xmlns:a16="http://schemas.microsoft.com/office/drawing/2014/main" id="{4FD3FB4A-7129-507E-6829-09A9B0D5FD3A}"/>
                  </a:ext>
                </a:extLst>
              </p14:cNvPr>
              <p14:cNvContentPartPr/>
              <p14:nvPr/>
            </p14:nvContentPartPr>
            <p14:xfrm>
              <a:off x="1641987" y="3640400"/>
              <a:ext cx="449280" cy="360"/>
            </p14:xfrm>
          </p:contentPart>
        </mc:Choice>
        <mc:Fallback>
          <p:pic>
            <p:nvPicPr>
              <p:cNvPr id="12" name="Freihand 11">
                <a:extLst>
                  <a:ext uri="{FF2B5EF4-FFF2-40B4-BE49-F238E27FC236}">
                    <a16:creationId xmlns:a16="http://schemas.microsoft.com/office/drawing/2014/main" id="{4FD3FB4A-7129-507E-6829-09A9B0D5FD3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06347" y="3568760"/>
                <a:ext cx="52092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6" name="Freihand 15">
                <a:extLst>
                  <a:ext uri="{FF2B5EF4-FFF2-40B4-BE49-F238E27FC236}">
                    <a16:creationId xmlns:a16="http://schemas.microsoft.com/office/drawing/2014/main" id="{C500E921-BFC9-20E5-76DD-CFEBDBE33E45}"/>
                  </a:ext>
                </a:extLst>
              </p14:cNvPr>
              <p14:cNvContentPartPr/>
              <p14:nvPr/>
            </p14:nvContentPartPr>
            <p14:xfrm>
              <a:off x="1506627" y="1557800"/>
              <a:ext cx="517320" cy="720"/>
            </p14:xfrm>
          </p:contentPart>
        </mc:Choice>
        <mc:Fallback>
          <p:pic>
            <p:nvPicPr>
              <p:cNvPr id="16" name="Freihand 15">
                <a:extLst>
                  <a:ext uri="{FF2B5EF4-FFF2-40B4-BE49-F238E27FC236}">
                    <a16:creationId xmlns:a16="http://schemas.microsoft.com/office/drawing/2014/main" id="{C500E921-BFC9-20E5-76DD-CFEBDBE33E4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70987" y="1413800"/>
                <a:ext cx="58896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8" name="Freihand 17">
                <a:extLst>
                  <a:ext uri="{FF2B5EF4-FFF2-40B4-BE49-F238E27FC236}">
                    <a16:creationId xmlns:a16="http://schemas.microsoft.com/office/drawing/2014/main" id="{2839D204-23A4-6334-B010-A867745420C3}"/>
                  </a:ext>
                </a:extLst>
              </p14:cNvPr>
              <p14:cNvContentPartPr/>
              <p14:nvPr/>
            </p14:nvContentPartPr>
            <p14:xfrm>
              <a:off x="1489707" y="2201120"/>
              <a:ext cx="728280" cy="9000"/>
            </p14:xfrm>
          </p:contentPart>
        </mc:Choice>
        <mc:Fallback>
          <p:pic>
            <p:nvPicPr>
              <p:cNvPr id="18" name="Freihand 17">
                <a:extLst>
                  <a:ext uri="{FF2B5EF4-FFF2-40B4-BE49-F238E27FC236}">
                    <a16:creationId xmlns:a16="http://schemas.microsoft.com/office/drawing/2014/main" id="{2839D204-23A4-6334-B010-A867745420C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454067" y="2129120"/>
                <a:ext cx="799920" cy="15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1329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B7B4D49E-50F5-5812-68E4-563ED7136C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575033"/>
              </p:ext>
            </p:extLst>
          </p:nvPr>
        </p:nvGraphicFramePr>
        <p:xfrm>
          <a:off x="601132" y="312645"/>
          <a:ext cx="9482669" cy="4471023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2118977">
                  <a:extLst>
                    <a:ext uri="{9D8B030D-6E8A-4147-A177-3AD203B41FA5}">
                      <a16:colId xmlns:a16="http://schemas.microsoft.com/office/drawing/2014/main" val="784273576"/>
                    </a:ext>
                  </a:extLst>
                </a:gridCol>
                <a:gridCol w="1227282">
                  <a:extLst>
                    <a:ext uri="{9D8B030D-6E8A-4147-A177-3AD203B41FA5}">
                      <a16:colId xmlns:a16="http://schemas.microsoft.com/office/drawing/2014/main" val="840268202"/>
                    </a:ext>
                  </a:extLst>
                </a:gridCol>
                <a:gridCol w="1227282">
                  <a:extLst>
                    <a:ext uri="{9D8B030D-6E8A-4147-A177-3AD203B41FA5}">
                      <a16:colId xmlns:a16="http://schemas.microsoft.com/office/drawing/2014/main" val="2563377521"/>
                    </a:ext>
                  </a:extLst>
                </a:gridCol>
                <a:gridCol w="1227282">
                  <a:extLst>
                    <a:ext uri="{9D8B030D-6E8A-4147-A177-3AD203B41FA5}">
                      <a16:colId xmlns:a16="http://schemas.microsoft.com/office/drawing/2014/main" val="1025219499"/>
                    </a:ext>
                  </a:extLst>
                </a:gridCol>
                <a:gridCol w="1227282">
                  <a:extLst>
                    <a:ext uri="{9D8B030D-6E8A-4147-A177-3AD203B41FA5}">
                      <a16:colId xmlns:a16="http://schemas.microsoft.com/office/drawing/2014/main" val="3892150097"/>
                    </a:ext>
                  </a:extLst>
                </a:gridCol>
                <a:gridCol w="1227282">
                  <a:extLst>
                    <a:ext uri="{9D8B030D-6E8A-4147-A177-3AD203B41FA5}">
                      <a16:colId xmlns:a16="http://schemas.microsoft.com/office/drawing/2014/main" val="3053048160"/>
                    </a:ext>
                  </a:extLst>
                </a:gridCol>
                <a:gridCol w="1227282">
                  <a:extLst>
                    <a:ext uri="{9D8B030D-6E8A-4147-A177-3AD203B41FA5}">
                      <a16:colId xmlns:a16="http://schemas.microsoft.com/office/drawing/2014/main" val="1419319973"/>
                    </a:ext>
                  </a:extLst>
                </a:gridCol>
              </a:tblGrid>
              <a:tr h="6101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Test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Paramètres (pop, gen, mut)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Longueur GA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Longueur GADPX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b="1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Amélioration DPX</a:t>
                      </a:r>
                      <a:endParaRPr lang="de-DE" sz="12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Temps GA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Temps GADPX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3876917422"/>
                  </a:ext>
                </a:extLst>
              </a:tr>
              <a:tr h="4255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b="1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1. Mutation agressive</a:t>
                      </a:r>
                      <a:endParaRPr lang="de-DE" sz="12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50 / 1000 / 0.10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b="1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17995</a:t>
                      </a:r>
                      <a:endParaRPr lang="de-DE" sz="12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b="1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10628</a:t>
                      </a:r>
                      <a:endParaRPr lang="de-DE" sz="12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b="1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−40.9 %</a:t>
                      </a:r>
                      <a:endParaRPr lang="de-DE" sz="12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0.461 s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4.724 s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419361524"/>
                  </a:ext>
                </a:extLst>
              </a:tr>
              <a:tr h="732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2. Petite population, peu de générations</a:t>
                      </a:r>
                      <a:endParaRPr lang="fr-FR" sz="12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40 / 300 / 0.05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b="1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15506</a:t>
                      </a:r>
                      <a:endParaRPr lang="de-DE" sz="12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b="1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10653</a:t>
                      </a:r>
                      <a:endParaRPr lang="de-DE" sz="12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b="1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−31.3 %</a:t>
                      </a:r>
                      <a:endParaRPr lang="de-DE" sz="12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0.100 s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0.483 s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1637239601"/>
                  </a:ext>
                </a:extLst>
              </a:tr>
              <a:tr h="9010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3. Population faible, mutation faible</a:t>
                      </a:r>
                      <a:endParaRPr lang="fr-FR" sz="12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20 / 1000 / 0.02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b="1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16476</a:t>
                      </a:r>
                      <a:endParaRPr lang="de-DE" sz="12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b="1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10653</a:t>
                      </a:r>
                      <a:endParaRPr lang="de-DE" sz="12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b="1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−35.4 %</a:t>
                      </a:r>
                      <a:endParaRPr lang="de-DE" sz="12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0.123 s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0.711 s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637560396"/>
                  </a:ext>
                </a:extLst>
              </a:tr>
              <a:tr h="9010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4. Population large, plus de générations</a:t>
                      </a:r>
                      <a:endParaRPr lang="fr-FR" sz="12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80 / 1500 / 0.05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b="1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14217</a:t>
                      </a:r>
                      <a:endParaRPr lang="de-DE" sz="12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b="1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10648</a:t>
                      </a:r>
                      <a:endParaRPr lang="de-DE" sz="12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b="1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−25.1 %</a:t>
                      </a:r>
                      <a:endParaRPr lang="de-DE" sz="12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0.989 s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4.487 s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2702066572"/>
                  </a:ext>
                </a:extLst>
              </a:tr>
              <a:tr h="9010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5. Population moyenne, génération faible</a:t>
                      </a:r>
                      <a:endParaRPr lang="fr-FR" sz="12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40 / 300 / 0.05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b="1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17466</a:t>
                      </a:r>
                      <a:endParaRPr lang="de-DE" sz="12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b="1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10688</a:t>
                      </a:r>
                      <a:endParaRPr lang="de-DE" sz="12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b="1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−38.8 %</a:t>
                      </a:r>
                      <a:endParaRPr lang="de-DE" sz="12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0.082 s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200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0.526 s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2795118228"/>
                  </a:ext>
                </a:extLst>
              </a:tr>
            </a:tbl>
          </a:graphicData>
        </a:graphic>
      </p:graphicFrame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5F3BDBCA-6B78-A9E8-70F9-367280F8D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667" y="5195978"/>
            <a:ext cx="10515600" cy="14588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8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 résumé, DPX n’est pas juste une variante du GA : c’est une amélioration structurelle qui exploite les arcs communs entre parents. </a:t>
            </a:r>
          </a:p>
          <a:p>
            <a:pPr marL="0" indent="0">
              <a:buNone/>
            </a:pPr>
            <a:endParaRPr lang="fr-FR" sz="1800" b="1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fr-FR" sz="1800" b="1" dirty="0">
                <a:solidFill>
                  <a:schemeClr val="tx2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Sur att48, l’amélioration observée est spectaculaire et systématique quels que soient les paramètres. »</a:t>
            </a:r>
            <a:endParaRPr lang="de-DE" sz="1800" b="1" dirty="0">
              <a:solidFill>
                <a:schemeClr val="tx2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8794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472AEB7E-AFF1-4C11-FBA1-E73FD675D707}"/>
              </a:ext>
            </a:extLst>
          </p:cNvPr>
          <p:cNvSpPr/>
          <p:nvPr/>
        </p:nvSpPr>
        <p:spPr>
          <a:xfrm>
            <a:off x="2921001" y="1888067"/>
            <a:ext cx="5029200" cy="203200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i="1" dirty="0">
                <a:solidFill>
                  <a:schemeClr val="tx1"/>
                </a:solidFill>
              </a:rPr>
              <a:t>GA </a:t>
            </a:r>
            <a:r>
              <a:rPr lang="de-DE" sz="2800" b="1" i="1" dirty="0" err="1">
                <a:solidFill>
                  <a:schemeClr val="tx1"/>
                </a:solidFill>
              </a:rPr>
              <a:t>vs</a:t>
            </a:r>
            <a:r>
              <a:rPr lang="de-DE" sz="2800" b="1" i="1" dirty="0">
                <a:solidFill>
                  <a:schemeClr val="tx1"/>
                </a:solidFill>
              </a:rPr>
              <a:t> GADPX  </a:t>
            </a:r>
            <a:r>
              <a:rPr lang="de-DE" sz="2800" b="1" i="1" dirty="0" err="1">
                <a:solidFill>
                  <a:schemeClr val="tx1"/>
                </a:solidFill>
              </a:rPr>
              <a:t>vs</a:t>
            </a:r>
            <a:r>
              <a:rPr lang="de-DE" sz="2800" b="1" i="1" dirty="0">
                <a:solidFill>
                  <a:schemeClr val="tx1"/>
                </a:solidFill>
              </a:rPr>
              <a:t> GA</a:t>
            </a:r>
          </a:p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9715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A1E796ED-5325-2AFF-A932-849B4EB7B7C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Si l’</a:t>
            </a:r>
            <a:r>
              <a:rPr lang="fr-FR" b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instanse</a:t>
            </a:r>
            <a:r>
              <a:rPr lang="fr-FR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est petite ou le temps est très limité: NN + 2-opt est le meilleur choix.</a:t>
            </a:r>
            <a:endParaRPr lang="de-DE" b="1" i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6" name="Grafik 5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F397A1A4-FCEA-EB98-5649-E9F3DEC1EE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027" y="680160"/>
            <a:ext cx="9955014" cy="539043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9" name="Freihand 18">
                <a:extLst>
                  <a:ext uri="{FF2B5EF4-FFF2-40B4-BE49-F238E27FC236}">
                    <a16:creationId xmlns:a16="http://schemas.microsoft.com/office/drawing/2014/main" id="{F6877A42-3B7B-67CA-FC3C-D1AA04E6D562}"/>
                  </a:ext>
                </a:extLst>
              </p14:cNvPr>
              <p14:cNvContentPartPr/>
              <p14:nvPr/>
            </p14:nvContentPartPr>
            <p14:xfrm>
              <a:off x="1540827" y="3073040"/>
              <a:ext cx="804600" cy="360"/>
            </p14:xfrm>
          </p:contentPart>
        </mc:Choice>
        <mc:Fallback>
          <p:pic>
            <p:nvPicPr>
              <p:cNvPr id="19" name="Freihand 18">
                <a:extLst>
                  <a:ext uri="{FF2B5EF4-FFF2-40B4-BE49-F238E27FC236}">
                    <a16:creationId xmlns:a16="http://schemas.microsoft.com/office/drawing/2014/main" id="{F6877A42-3B7B-67CA-FC3C-D1AA04E6D56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04827" y="3001400"/>
                <a:ext cx="87624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2" name="Freihand 21">
                <a:extLst>
                  <a:ext uri="{FF2B5EF4-FFF2-40B4-BE49-F238E27FC236}">
                    <a16:creationId xmlns:a16="http://schemas.microsoft.com/office/drawing/2014/main" id="{00D1DB67-603B-8CCB-7532-A59626549A06}"/>
                  </a:ext>
                </a:extLst>
              </p14:cNvPr>
              <p14:cNvContentPartPr/>
              <p14:nvPr/>
            </p14:nvContentPartPr>
            <p14:xfrm>
              <a:off x="1540827" y="3750560"/>
              <a:ext cx="821520" cy="8640"/>
            </p14:xfrm>
          </p:contentPart>
        </mc:Choice>
        <mc:Fallback>
          <p:pic>
            <p:nvPicPr>
              <p:cNvPr id="22" name="Freihand 21">
                <a:extLst>
                  <a:ext uri="{FF2B5EF4-FFF2-40B4-BE49-F238E27FC236}">
                    <a16:creationId xmlns:a16="http://schemas.microsoft.com/office/drawing/2014/main" id="{00D1DB67-603B-8CCB-7532-A59626549A0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04827" y="3678560"/>
                <a:ext cx="89316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4" name="Freihand 23">
                <a:extLst>
                  <a:ext uri="{FF2B5EF4-FFF2-40B4-BE49-F238E27FC236}">
                    <a16:creationId xmlns:a16="http://schemas.microsoft.com/office/drawing/2014/main" id="{1FA46B98-6221-C0E9-37A0-B3F79689F2FD}"/>
                  </a:ext>
                </a:extLst>
              </p14:cNvPr>
              <p14:cNvContentPartPr/>
              <p14:nvPr/>
            </p14:nvContentPartPr>
            <p14:xfrm>
              <a:off x="1532187" y="4004360"/>
              <a:ext cx="830880" cy="720"/>
            </p14:xfrm>
          </p:contentPart>
        </mc:Choice>
        <mc:Fallback>
          <p:pic>
            <p:nvPicPr>
              <p:cNvPr id="24" name="Freihand 23">
                <a:extLst>
                  <a:ext uri="{FF2B5EF4-FFF2-40B4-BE49-F238E27FC236}">
                    <a16:creationId xmlns:a16="http://schemas.microsoft.com/office/drawing/2014/main" id="{1FA46B98-6221-C0E9-37A0-B3F79689F2F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96187" y="3860360"/>
                <a:ext cx="90252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7" name="Freihand 26">
                <a:extLst>
                  <a:ext uri="{FF2B5EF4-FFF2-40B4-BE49-F238E27FC236}">
                    <a16:creationId xmlns:a16="http://schemas.microsoft.com/office/drawing/2014/main" id="{2DBA5C97-0FDE-7EC2-0C2C-8D4CEB92A5B0}"/>
                  </a:ext>
                </a:extLst>
              </p14:cNvPr>
              <p14:cNvContentPartPr/>
              <p14:nvPr/>
            </p14:nvContentPartPr>
            <p14:xfrm>
              <a:off x="1582947" y="2166920"/>
              <a:ext cx="906480" cy="720"/>
            </p14:xfrm>
          </p:contentPart>
        </mc:Choice>
        <mc:Fallback>
          <p:pic>
            <p:nvPicPr>
              <p:cNvPr id="27" name="Freihand 26">
                <a:extLst>
                  <a:ext uri="{FF2B5EF4-FFF2-40B4-BE49-F238E27FC236}">
                    <a16:creationId xmlns:a16="http://schemas.microsoft.com/office/drawing/2014/main" id="{2DBA5C97-0FDE-7EC2-0C2C-8D4CEB92A5B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547307" y="2022920"/>
                <a:ext cx="97812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9" name="Freihand 28">
                <a:extLst>
                  <a:ext uri="{FF2B5EF4-FFF2-40B4-BE49-F238E27FC236}">
                    <a16:creationId xmlns:a16="http://schemas.microsoft.com/office/drawing/2014/main" id="{0219F340-8E8B-DA11-A254-A1CE425D804C}"/>
                  </a:ext>
                </a:extLst>
              </p14:cNvPr>
              <p14:cNvContentPartPr/>
              <p14:nvPr/>
            </p14:nvContentPartPr>
            <p14:xfrm>
              <a:off x="1566387" y="1472840"/>
              <a:ext cx="1007640" cy="9360"/>
            </p14:xfrm>
          </p:contentPart>
        </mc:Choice>
        <mc:Fallback>
          <p:pic>
            <p:nvPicPr>
              <p:cNvPr id="29" name="Freihand 28">
                <a:extLst>
                  <a:ext uri="{FF2B5EF4-FFF2-40B4-BE49-F238E27FC236}">
                    <a16:creationId xmlns:a16="http://schemas.microsoft.com/office/drawing/2014/main" id="{0219F340-8E8B-DA11-A254-A1CE425D804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530387" y="1400840"/>
                <a:ext cx="107928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1" name="Freihand 30">
                <a:extLst>
                  <a:ext uri="{FF2B5EF4-FFF2-40B4-BE49-F238E27FC236}">
                    <a16:creationId xmlns:a16="http://schemas.microsoft.com/office/drawing/2014/main" id="{E6E1B368-F1FC-5986-0392-CD9FD744547F}"/>
                  </a:ext>
                </a:extLst>
              </p14:cNvPr>
              <p14:cNvContentPartPr/>
              <p14:nvPr/>
            </p14:nvContentPartPr>
            <p14:xfrm>
              <a:off x="1599867" y="2387240"/>
              <a:ext cx="906480" cy="17640"/>
            </p14:xfrm>
          </p:contentPart>
        </mc:Choice>
        <mc:Fallback>
          <p:pic>
            <p:nvPicPr>
              <p:cNvPr id="31" name="Freihand 30">
                <a:extLst>
                  <a:ext uri="{FF2B5EF4-FFF2-40B4-BE49-F238E27FC236}">
                    <a16:creationId xmlns:a16="http://schemas.microsoft.com/office/drawing/2014/main" id="{E6E1B368-F1FC-5986-0392-CD9FD744547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563867" y="2315240"/>
                <a:ext cx="97812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5" name="Freihand 34">
                <a:extLst>
                  <a:ext uri="{FF2B5EF4-FFF2-40B4-BE49-F238E27FC236}">
                    <a16:creationId xmlns:a16="http://schemas.microsoft.com/office/drawing/2014/main" id="{7CCC12CA-836C-9FB8-CF9A-F4F2C602F7A9}"/>
                  </a:ext>
                </a:extLst>
              </p14:cNvPr>
              <p14:cNvContentPartPr/>
              <p14:nvPr/>
            </p14:nvContentPartPr>
            <p14:xfrm>
              <a:off x="1582947" y="4673240"/>
              <a:ext cx="863640" cy="360"/>
            </p14:xfrm>
          </p:contentPart>
        </mc:Choice>
        <mc:Fallback>
          <p:pic>
            <p:nvPicPr>
              <p:cNvPr id="35" name="Freihand 34">
                <a:extLst>
                  <a:ext uri="{FF2B5EF4-FFF2-40B4-BE49-F238E27FC236}">
                    <a16:creationId xmlns:a16="http://schemas.microsoft.com/office/drawing/2014/main" id="{7CCC12CA-836C-9FB8-CF9A-F4F2C602F7A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547307" y="4601240"/>
                <a:ext cx="93528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37" name="Freihand 36">
                <a:extLst>
                  <a:ext uri="{FF2B5EF4-FFF2-40B4-BE49-F238E27FC236}">
                    <a16:creationId xmlns:a16="http://schemas.microsoft.com/office/drawing/2014/main" id="{0ECB7D43-F5B2-891C-3C71-7DC932FD55A6}"/>
                  </a:ext>
                </a:extLst>
              </p14:cNvPr>
              <p14:cNvContentPartPr/>
              <p14:nvPr/>
            </p14:nvContentPartPr>
            <p14:xfrm>
              <a:off x="1540827" y="5350760"/>
              <a:ext cx="914760" cy="8640"/>
            </p14:xfrm>
          </p:contentPart>
        </mc:Choice>
        <mc:Fallback>
          <p:pic>
            <p:nvPicPr>
              <p:cNvPr id="37" name="Freihand 36">
                <a:extLst>
                  <a:ext uri="{FF2B5EF4-FFF2-40B4-BE49-F238E27FC236}">
                    <a16:creationId xmlns:a16="http://schemas.microsoft.com/office/drawing/2014/main" id="{0ECB7D43-F5B2-891C-3C71-7DC932FD55A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504827" y="5279120"/>
                <a:ext cx="98640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39" name="Freihand 38">
                <a:extLst>
                  <a:ext uri="{FF2B5EF4-FFF2-40B4-BE49-F238E27FC236}">
                    <a16:creationId xmlns:a16="http://schemas.microsoft.com/office/drawing/2014/main" id="{0EAC50B9-BD4A-51D1-8501-85C81E558F66}"/>
                  </a:ext>
                </a:extLst>
              </p14:cNvPr>
              <p14:cNvContentPartPr/>
              <p14:nvPr/>
            </p14:nvContentPartPr>
            <p14:xfrm>
              <a:off x="1549107" y="5621480"/>
              <a:ext cx="948600" cy="360"/>
            </p14:xfrm>
          </p:contentPart>
        </mc:Choice>
        <mc:Fallback>
          <p:pic>
            <p:nvPicPr>
              <p:cNvPr id="39" name="Freihand 38">
                <a:extLst>
                  <a:ext uri="{FF2B5EF4-FFF2-40B4-BE49-F238E27FC236}">
                    <a16:creationId xmlns:a16="http://schemas.microsoft.com/office/drawing/2014/main" id="{0EAC50B9-BD4A-51D1-8501-85C81E558F6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513107" y="5549840"/>
                <a:ext cx="1020240" cy="14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10767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26B09-8B16-8816-4E90-ABC1D76FB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E61B94CC-C0C5-821A-D274-1A1AC4B0BDCA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Si l’instance est moyenne et le client accepte un peu de calcul : GADPX dépasse 2-opt.</a:t>
            </a:r>
            <a:endParaRPr lang="de-DE" b="1" i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" name="Grafik 2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8431321B-F900-352E-05F3-FCE4405888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31" y="671159"/>
            <a:ext cx="10059804" cy="556877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Freihand 5">
                <a:extLst>
                  <a:ext uri="{FF2B5EF4-FFF2-40B4-BE49-F238E27FC236}">
                    <a16:creationId xmlns:a16="http://schemas.microsoft.com/office/drawing/2014/main" id="{4BA2C4A5-264E-2B2C-A9BF-8988F648E024}"/>
                  </a:ext>
                </a:extLst>
              </p14:cNvPr>
              <p14:cNvContentPartPr/>
              <p14:nvPr/>
            </p14:nvContentPartPr>
            <p14:xfrm>
              <a:off x="1693107" y="4681880"/>
              <a:ext cx="889560" cy="9000"/>
            </p14:xfrm>
          </p:contentPart>
        </mc:Choice>
        <mc:Fallback>
          <p:pic>
            <p:nvPicPr>
              <p:cNvPr id="6" name="Freihand 5">
                <a:extLst>
                  <a:ext uri="{FF2B5EF4-FFF2-40B4-BE49-F238E27FC236}">
                    <a16:creationId xmlns:a16="http://schemas.microsoft.com/office/drawing/2014/main" id="{4BA2C4A5-264E-2B2C-A9BF-8988F648E0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57107" y="4609880"/>
                <a:ext cx="96120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Freihand 9">
                <a:extLst>
                  <a:ext uri="{FF2B5EF4-FFF2-40B4-BE49-F238E27FC236}">
                    <a16:creationId xmlns:a16="http://schemas.microsoft.com/office/drawing/2014/main" id="{5DB0B5A5-98C4-FC9D-4443-83C385926057}"/>
                  </a:ext>
                </a:extLst>
              </p14:cNvPr>
              <p14:cNvContentPartPr/>
              <p14:nvPr/>
            </p14:nvContentPartPr>
            <p14:xfrm>
              <a:off x="1726947" y="5613200"/>
              <a:ext cx="872280" cy="16920"/>
            </p14:xfrm>
          </p:contentPart>
        </mc:Choice>
        <mc:Fallback>
          <p:pic>
            <p:nvPicPr>
              <p:cNvPr id="10" name="Freihand 9">
                <a:extLst>
                  <a:ext uri="{FF2B5EF4-FFF2-40B4-BE49-F238E27FC236}">
                    <a16:creationId xmlns:a16="http://schemas.microsoft.com/office/drawing/2014/main" id="{5DB0B5A5-98C4-FC9D-4443-83C38592605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91307" y="5541560"/>
                <a:ext cx="94392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4" name="Freihand 13">
                <a:extLst>
                  <a:ext uri="{FF2B5EF4-FFF2-40B4-BE49-F238E27FC236}">
                    <a16:creationId xmlns:a16="http://schemas.microsoft.com/office/drawing/2014/main" id="{FC412A72-CE82-F064-5F87-C3AAC51B7018}"/>
                  </a:ext>
                </a:extLst>
              </p14:cNvPr>
              <p14:cNvContentPartPr/>
              <p14:nvPr/>
            </p14:nvContentPartPr>
            <p14:xfrm>
              <a:off x="1718667" y="5393240"/>
              <a:ext cx="956880" cy="360"/>
            </p14:xfrm>
          </p:contentPart>
        </mc:Choice>
        <mc:Fallback>
          <p:pic>
            <p:nvPicPr>
              <p:cNvPr id="14" name="Freihand 13">
                <a:extLst>
                  <a:ext uri="{FF2B5EF4-FFF2-40B4-BE49-F238E27FC236}">
                    <a16:creationId xmlns:a16="http://schemas.microsoft.com/office/drawing/2014/main" id="{FC412A72-CE82-F064-5F87-C3AAC51B701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83027" y="5321240"/>
                <a:ext cx="102852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6" name="Freihand 15">
                <a:extLst>
                  <a:ext uri="{FF2B5EF4-FFF2-40B4-BE49-F238E27FC236}">
                    <a16:creationId xmlns:a16="http://schemas.microsoft.com/office/drawing/2014/main" id="{6902BE6E-D0F9-B7F0-E511-4F94C7233C22}"/>
                  </a:ext>
                </a:extLst>
              </p14:cNvPr>
              <p14:cNvContentPartPr/>
              <p14:nvPr/>
            </p14:nvContentPartPr>
            <p14:xfrm>
              <a:off x="1735587" y="1464200"/>
              <a:ext cx="838440" cy="8640"/>
            </p14:xfrm>
          </p:contentPart>
        </mc:Choice>
        <mc:Fallback>
          <p:pic>
            <p:nvPicPr>
              <p:cNvPr id="16" name="Freihand 15">
                <a:extLst>
                  <a:ext uri="{FF2B5EF4-FFF2-40B4-BE49-F238E27FC236}">
                    <a16:creationId xmlns:a16="http://schemas.microsoft.com/office/drawing/2014/main" id="{6902BE6E-D0F9-B7F0-E511-4F94C7233C2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99587" y="1392560"/>
                <a:ext cx="91008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0" name="Freihand 19">
                <a:extLst>
                  <a:ext uri="{FF2B5EF4-FFF2-40B4-BE49-F238E27FC236}">
                    <a16:creationId xmlns:a16="http://schemas.microsoft.com/office/drawing/2014/main" id="{0CF8602E-CD9E-D8A7-DDC8-E8C7102059E8}"/>
                  </a:ext>
                </a:extLst>
              </p14:cNvPr>
              <p14:cNvContentPartPr/>
              <p14:nvPr/>
            </p14:nvContentPartPr>
            <p14:xfrm>
              <a:off x="1769427" y="2116520"/>
              <a:ext cx="787320" cy="8640"/>
            </p14:xfrm>
          </p:contentPart>
        </mc:Choice>
        <mc:Fallback>
          <p:pic>
            <p:nvPicPr>
              <p:cNvPr id="20" name="Freihand 19">
                <a:extLst>
                  <a:ext uri="{FF2B5EF4-FFF2-40B4-BE49-F238E27FC236}">
                    <a16:creationId xmlns:a16="http://schemas.microsoft.com/office/drawing/2014/main" id="{0CF8602E-CD9E-D8A7-DDC8-E8C7102059E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33427" y="2044520"/>
                <a:ext cx="85896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2" name="Freihand 21">
                <a:extLst>
                  <a:ext uri="{FF2B5EF4-FFF2-40B4-BE49-F238E27FC236}">
                    <a16:creationId xmlns:a16="http://schemas.microsoft.com/office/drawing/2014/main" id="{F753A691-38CC-C710-1E01-72FDFF868A71}"/>
                  </a:ext>
                </a:extLst>
              </p14:cNvPr>
              <p14:cNvContentPartPr/>
              <p14:nvPr/>
            </p14:nvContentPartPr>
            <p14:xfrm>
              <a:off x="1803267" y="2395880"/>
              <a:ext cx="736920" cy="360"/>
            </p14:xfrm>
          </p:contentPart>
        </mc:Choice>
        <mc:Fallback>
          <p:pic>
            <p:nvPicPr>
              <p:cNvPr id="22" name="Freihand 21">
                <a:extLst>
                  <a:ext uri="{FF2B5EF4-FFF2-40B4-BE49-F238E27FC236}">
                    <a16:creationId xmlns:a16="http://schemas.microsoft.com/office/drawing/2014/main" id="{F753A691-38CC-C710-1E01-72FDFF868A7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767267" y="2324240"/>
                <a:ext cx="80856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4" name="Freihand 23">
                <a:extLst>
                  <a:ext uri="{FF2B5EF4-FFF2-40B4-BE49-F238E27FC236}">
                    <a16:creationId xmlns:a16="http://schemas.microsoft.com/office/drawing/2014/main" id="{E306493E-744B-AB81-3B97-FC5C87F384E2}"/>
                  </a:ext>
                </a:extLst>
              </p14:cNvPr>
              <p14:cNvContentPartPr/>
              <p14:nvPr/>
            </p14:nvContentPartPr>
            <p14:xfrm>
              <a:off x="1709667" y="3056480"/>
              <a:ext cx="889560" cy="8640"/>
            </p14:xfrm>
          </p:contentPart>
        </mc:Choice>
        <mc:Fallback>
          <p:pic>
            <p:nvPicPr>
              <p:cNvPr id="24" name="Freihand 23">
                <a:extLst>
                  <a:ext uri="{FF2B5EF4-FFF2-40B4-BE49-F238E27FC236}">
                    <a16:creationId xmlns:a16="http://schemas.microsoft.com/office/drawing/2014/main" id="{E306493E-744B-AB81-3B97-FC5C87F384E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674027" y="2984480"/>
                <a:ext cx="96120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6" name="Freihand 25">
                <a:extLst>
                  <a:ext uri="{FF2B5EF4-FFF2-40B4-BE49-F238E27FC236}">
                    <a16:creationId xmlns:a16="http://schemas.microsoft.com/office/drawing/2014/main" id="{E2497A9F-0C69-44B2-6B59-02F35821694A}"/>
                  </a:ext>
                </a:extLst>
              </p14:cNvPr>
              <p14:cNvContentPartPr/>
              <p14:nvPr/>
            </p14:nvContentPartPr>
            <p14:xfrm>
              <a:off x="1743867" y="3741920"/>
              <a:ext cx="889560" cy="25920"/>
            </p14:xfrm>
          </p:contentPart>
        </mc:Choice>
        <mc:Fallback>
          <p:pic>
            <p:nvPicPr>
              <p:cNvPr id="26" name="Freihand 25">
                <a:extLst>
                  <a:ext uri="{FF2B5EF4-FFF2-40B4-BE49-F238E27FC236}">
                    <a16:creationId xmlns:a16="http://schemas.microsoft.com/office/drawing/2014/main" id="{E2497A9F-0C69-44B2-6B59-02F35821694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707867" y="3669920"/>
                <a:ext cx="96120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8" name="Freihand 27">
                <a:extLst>
                  <a:ext uri="{FF2B5EF4-FFF2-40B4-BE49-F238E27FC236}">
                    <a16:creationId xmlns:a16="http://schemas.microsoft.com/office/drawing/2014/main" id="{61866453-B339-A930-3628-28103E87C56F}"/>
                  </a:ext>
                </a:extLst>
              </p14:cNvPr>
              <p14:cNvContentPartPr/>
              <p14:nvPr/>
            </p14:nvContentPartPr>
            <p14:xfrm>
              <a:off x="1794627" y="4004360"/>
              <a:ext cx="872280" cy="8640"/>
            </p14:xfrm>
          </p:contentPart>
        </mc:Choice>
        <mc:Fallback>
          <p:pic>
            <p:nvPicPr>
              <p:cNvPr id="28" name="Freihand 27">
                <a:extLst>
                  <a:ext uri="{FF2B5EF4-FFF2-40B4-BE49-F238E27FC236}">
                    <a16:creationId xmlns:a16="http://schemas.microsoft.com/office/drawing/2014/main" id="{61866453-B339-A930-3628-28103E87C56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758987" y="3932720"/>
                <a:ext cx="943920" cy="15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939943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4ABE9-F1AF-19A1-DC11-CBAAB45E7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BF17EB65-3359-E301-F405-9EF796D548A6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Si le client veut la meilleure qualité possible (et accepte plusieurs secondes) : GADPX &gt; GA &gt; 2-opt.</a:t>
            </a:r>
            <a:endParaRPr lang="de-DE" b="1" i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" name="Grafik 2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C5B88705-3182-CBF1-CCA4-F48C29A62E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155" y="689370"/>
            <a:ext cx="9926435" cy="536429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Freihand 5">
                <a:extLst>
                  <a:ext uri="{FF2B5EF4-FFF2-40B4-BE49-F238E27FC236}">
                    <a16:creationId xmlns:a16="http://schemas.microsoft.com/office/drawing/2014/main" id="{69BB1766-A007-64ED-25B5-0CC4D04343A5}"/>
                  </a:ext>
                </a:extLst>
              </p14:cNvPr>
              <p14:cNvContentPartPr/>
              <p14:nvPr/>
            </p14:nvContentPartPr>
            <p14:xfrm>
              <a:off x="1947267" y="4639400"/>
              <a:ext cx="796320" cy="8640"/>
            </p14:xfrm>
          </p:contentPart>
        </mc:Choice>
        <mc:Fallback>
          <p:pic>
            <p:nvPicPr>
              <p:cNvPr id="6" name="Freihand 5">
                <a:extLst>
                  <a:ext uri="{FF2B5EF4-FFF2-40B4-BE49-F238E27FC236}">
                    <a16:creationId xmlns:a16="http://schemas.microsoft.com/office/drawing/2014/main" id="{69BB1766-A007-64ED-25B5-0CC4D04343A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11267" y="4567760"/>
                <a:ext cx="86796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Freihand 7">
                <a:extLst>
                  <a:ext uri="{FF2B5EF4-FFF2-40B4-BE49-F238E27FC236}">
                    <a16:creationId xmlns:a16="http://schemas.microsoft.com/office/drawing/2014/main" id="{28D0CF62-1EE3-E2DD-7490-ED1AC23C1FD0}"/>
                  </a:ext>
                </a:extLst>
              </p14:cNvPr>
              <p14:cNvContentPartPr/>
              <p14:nvPr/>
            </p14:nvContentPartPr>
            <p14:xfrm>
              <a:off x="1947267" y="5291720"/>
              <a:ext cx="787680" cy="16920"/>
            </p14:xfrm>
          </p:contentPart>
        </mc:Choice>
        <mc:Fallback>
          <p:pic>
            <p:nvPicPr>
              <p:cNvPr id="8" name="Freihand 7">
                <a:extLst>
                  <a:ext uri="{FF2B5EF4-FFF2-40B4-BE49-F238E27FC236}">
                    <a16:creationId xmlns:a16="http://schemas.microsoft.com/office/drawing/2014/main" id="{28D0CF62-1EE3-E2DD-7490-ED1AC23C1FD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11267" y="5219720"/>
                <a:ext cx="85932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" name="Freihand 9">
                <a:extLst>
                  <a:ext uri="{FF2B5EF4-FFF2-40B4-BE49-F238E27FC236}">
                    <a16:creationId xmlns:a16="http://schemas.microsoft.com/office/drawing/2014/main" id="{03DE0452-CD36-420C-43DC-5D95D8A21DEB}"/>
                  </a:ext>
                </a:extLst>
              </p14:cNvPr>
              <p14:cNvContentPartPr/>
              <p14:nvPr/>
            </p14:nvContentPartPr>
            <p14:xfrm>
              <a:off x="2014587" y="5553800"/>
              <a:ext cx="754560" cy="720"/>
            </p14:xfrm>
          </p:contentPart>
        </mc:Choice>
        <mc:Fallback>
          <p:pic>
            <p:nvPicPr>
              <p:cNvPr id="10" name="Freihand 9">
                <a:extLst>
                  <a:ext uri="{FF2B5EF4-FFF2-40B4-BE49-F238E27FC236}">
                    <a16:creationId xmlns:a16="http://schemas.microsoft.com/office/drawing/2014/main" id="{03DE0452-CD36-420C-43DC-5D95D8A21DE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78587" y="5410520"/>
                <a:ext cx="8262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2" name="Freihand 11">
                <a:extLst>
                  <a:ext uri="{FF2B5EF4-FFF2-40B4-BE49-F238E27FC236}">
                    <a16:creationId xmlns:a16="http://schemas.microsoft.com/office/drawing/2014/main" id="{E004A225-B614-B047-77E9-4E8FE139CDFF}"/>
                  </a:ext>
                </a:extLst>
              </p14:cNvPr>
              <p14:cNvContentPartPr/>
              <p14:nvPr/>
            </p14:nvContentPartPr>
            <p14:xfrm>
              <a:off x="1947267" y="1422080"/>
              <a:ext cx="855720" cy="720"/>
            </p14:xfrm>
          </p:contentPart>
        </mc:Choice>
        <mc:Fallback>
          <p:pic>
            <p:nvPicPr>
              <p:cNvPr id="12" name="Freihand 11">
                <a:extLst>
                  <a:ext uri="{FF2B5EF4-FFF2-40B4-BE49-F238E27FC236}">
                    <a16:creationId xmlns:a16="http://schemas.microsoft.com/office/drawing/2014/main" id="{E004A225-B614-B047-77E9-4E8FE139CDF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911267" y="1278080"/>
                <a:ext cx="92736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4" name="Freihand 13">
                <a:extLst>
                  <a:ext uri="{FF2B5EF4-FFF2-40B4-BE49-F238E27FC236}">
                    <a16:creationId xmlns:a16="http://schemas.microsoft.com/office/drawing/2014/main" id="{BEEA1C3D-B2F8-9354-E215-D2DA02CC21E2}"/>
                  </a:ext>
                </a:extLst>
              </p14:cNvPr>
              <p14:cNvContentPartPr/>
              <p14:nvPr/>
            </p14:nvContentPartPr>
            <p14:xfrm>
              <a:off x="1981107" y="2099600"/>
              <a:ext cx="838440" cy="16920"/>
            </p14:xfrm>
          </p:contentPart>
        </mc:Choice>
        <mc:Fallback>
          <p:pic>
            <p:nvPicPr>
              <p:cNvPr id="14" name="Freihand 13">
                <a:extLst>
                  <a:ext uri="{FF2B5EF4-FFF2-40B4-BE49-F238E27FC236}">
                    <a16:creationId xmlns:a16="http://schemas.microsoft.com/office/drawing/2014/main" id="{BEEA1C3D-B2F8-9354-E215-D2DA02CC21E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945107" y="2027960"/>
                <a:ext cx="91008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6" name="Freihand 15">
                <a:extLst>
                  <a:ext uri="{FF2B5EF4-FFF2-40B4-BE49-F238E27FC236}">
                    <a16:creationId xmlns:a16="http://schemas.microsoft.com/office/drawing/2014/main" id="{8A43DFBF-C7F2-4DD9-22CE-30C390B8A91F}"/>
                  </a:ext>
                </a:extLst>
              </p14:cNvPr>
              <p14:cNvContentPartPr/>
              <p14:nvPr/>
            </p14:nvContentPartPr>
            <p14:xfrm>
              <a:off x="1997667" y="2353760"/>
              <a:ext cx="821880" cy="8640"/>
            </p14:xfrm>
          </p:contentPart>
        </mc:Choice>
        <mc:Fallback>
          <p:pic>
            <p:nvPicPr>
              <p:cNvPr id="16" name="Freihand 15">
                <a:extLst>
                  <a:ext uri="{FF2B5EF4-FFF2-40B4-BE49-F238E27FC236}">
                    <a16:creationId xmlns:a16="http://schemas.microsoft.com/office/drawing/2014/main" id="{8A43DFBF-C7F2-4DD9-22CE-30C390B8A91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962027" y="2281760"/>
                <a:ext cx="89352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8" name="Freihand 17">
                <a:extLst>
                  <a:ext uri="{FF2B5EF4-FFF2-40B4-BE49-F238E27FC236}">
                    <a16:creationId xmlns:a16="http://schemas.microsoft.com/office/drawing/2014/main" id="{B8710DDC-DA3D-DB92-1CC0-A1AD1B8AD02F}"/>
                  </a:ext>
                </a:extLst>
              </p14:cNvPr>
              <p14:cNvContentPartPr/>
              <p14:nvPr/>
            </p14:nvContentPartPr>
            <p14:xfrm>
              <a:off x="1904787" y="3039200"/>
              <a:ext cx="914760" cy="17640"/>
            </p14:xfrm>
          </p:contentPart>
        </mc:Choice>
        <mc:Fallback>
          <p:pic>
            <p:nvPicPr>
              <p:cNvPr id="18" name="Freihand 17">
                <a:extLst>
                  <a:ext uri="{FF2B5EF4-FFF2-40B4-BE49-F238E27FC236}">
                    <a16:creationId xmlns:a16="http://schemas.microsoft.com/office/drawing/2014/main" id="{B8710DDC-DA3D-DB92-1CC0-A1AD1B8AD02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868787" y="2967200"/>
                <a:ext cx="98640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0" name="Freihand 19">
                <a:extLst>
                  <a:ext uri="{FF2B5EF4-FFF2-40B4-BE49-F238E27FC236}">
                    <a16:creationId xmlns:a16="http://schemas.microsoft.com/office/drawing/2014/main" id="{933A2722-61BD-FBBA-0430-A990E4EB4001}"/>
                  </a:ext>
                </a:extLst>
              </p14:cNvPr>
              <p14:cNvContentPartPr/>
              <p14:nvPr/>
            </p14:nvContentPartPr>
            <p14:xfrm>
              <a:off x="1972827" y="3699440"/>
              <a:ext cx="855000" cy="8640"/>
            </p14:xfrm>
          </p:contentPart>
        </mc:Choice>
        <mc:Fallback>
          <p:pic>
            <p:nvPicPr>
              <p:cNvPr id="20" name="Freihand 19">
                <a:extLst>
                  <a:ext uri="{FF2B5EF4-FFF2-40B4-BE49-F238E27FC236}">
                    <a16:creationId xmlns:a16="http://schemas.microsoft.com/office/drawing/2014/main" id="{933A2722-61BD-FBBA-0430-A990E4EB400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936827" y="3627800"/>
                <a:ext cx="92664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4" name="Freihand 23">
                <a:extLst>
                  <a:ext uri="{FF2B5EF4-FFF2-40B4-BE49-F238E27FC236}">
                    <a16:creationId xmlns:a16="http://schemas.microsoft.com/office/drawing/2014/main" id="{0675146B-A175-44EC-08E6-CC508058930A}"/>
                  </a:ext>
                </a:extLst>
              </p14:cNvPr>
              <p14:cNvContentPartPr/>
              <p14:nvPr/>
            </p14:nvContentPartPr>
            <p14:xfrm>
              <a:off x="2006307" y="3945320"/>
              <a:ext cx="847440" cy="720"/>
            </p14:xfrm>
          </p:contentPart>
        </mc:Choice>
        <mc:Fallback>
          <p:pic>
            <p:nvPicPr>
              <p:cNvPr id="24" name="Freihand 23">
                <a:extLst>
                  <a:ext uri="{FF2B5EF4-FFF2-40B4-BE49-F238E27FC236}">
                    <a16:creationId xmlns:a16="http://schemas.microsoft.com/office/drawing/2014/main" id="{0675146B-A175-44EC-08E6-CC508058930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970307" y="3801320"/>
                <a:ext cx="919080" cy="28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51027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8971277F-462C-20F5-DC81-2916304469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2888264"/>
              </p:ext>
            </p:extLst>
          </p:nvPr>
        </p:nvGraphicFramePr>
        <p:xfrm>
          <a:off x="1456266" y="1113434"/>
          <a:ext cx="8449734" cy="4744097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1408289">
                  <a:extLst>
                    <a:ext uri="{9D8B030D-6E8A-4147-A177-3AD203B41FA5}">
                      <a16:colId xmlns:a16="http://schemas.microsoft.com/office/drawing/2014/main" val="1600918193"/>
                    </a:ext>
                  </a:extLst>
                </a:gridCol>
                <a:gridCol w="1408289">
                  <a:extLst>
                    <a:ext uri="{9D8B030D-6E8A-4147-A177-3AD203B41FA5}">
                      <a16:colId xmlns:a16="http://schemas.microsoft.com/office/drawing/2014/main" val="150327304"/>
                    </a:ext>
                  </a:extLst>
                </a:gridCol>
                <a:gridCol w="1408289">
                  <a:extLst>
                    <a:ext uri="{9D8B030D-6E8A-4147-A177-3AD203B41FA5}">
                      <a16:colId xmlns:a16="http://schemas.microsoft.com/office/drawing/2014/main" val="1956587766"/>
                    </a:ext>
                  </a:extLst>
                </a:gridCol>
                <a:gridCol w="1408289">
                  <a:extLst>
                    <a:ext uri="{9D8B030D-6E8A-4147-A177-3AD203B41FA5}">
                      <a16:colId xmlns:a16="http://schemas.microsoft.com/office/drawing/2014/main" val="3969768146"/>
                    </a:ext>
                  </a:extLst>
                </a:gridCol>
                <a:gridCol w="818445">
                  <a:extLst>
                    <a:ext uri="{9D8B030D-6E8A-4147-A177-3AD203B41FA5}">
                      <a16:colId xmlns:a16="http://schemas.microsoft.com/office/drawing/2014/main" val="273460157"/>
                    </a:ext>
                  </a:extLst>
                </a:gridCol>
                <a:gridCol w="1998133">
                  <a:extLst>
                    <a:ext uri="{9D8B030D-6E8A-4147-A177-3AD203B41FA5}">
                      <a16:colId xmlns:a16="http://schemas.microsoft.com/office/drawing/2014/main" val="3301903730"/>
                    </a:ext>
                  </a:extLst>
                </a:gridCol>
              </a:tblGrid>
              <a:tr h="1872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Scénario</a:t>
                      </a: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Paramètres</a:t>
                      </a: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Méthode</a:t>
                      </a: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Longueur</a:t>
                      </a: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dirty="0"/>
                        <a:t>Temps</a:t>
                      </a:r>
                      <a:endParaRPr lang="de-DE" sz="14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Commentaire</a:t>
                      </a: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3831723198"/>
                  </a:ext>
                </a:extLst>
              </a:tr>
              <a:tr h="4694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1. Réponse très rapide</a:t>
                      </a: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ga 20 200 0.05</a:t>
                      </a: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2-opt (nn2opt)</a:t>
                      </a: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11010</a:t>
                      </a: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~0.000 s</a:t>
                      </a: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 dirty="0"/>
                        <a:t>Meilleur rapport qualité/temps</a:t>
                      </a:r>
                      <a:endParaRPr lang="de-DE" sz="14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1851542017"/>
                  </a:ext>
                </a:extLst>
              </a:tr>
              <a:tr h="5998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GA</a:t>
                      </a: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19171</a:t>
                      </a: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0.013 s</a:t>
                      </a: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/>
                        <a:t>Mauvaise convergence (trop peu d’itérations)</a:t>
                      </a:r>
                      <a:endParaRPr lang="fr-FR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3637209362"/>
                  </a:ext>
                </a:extLst>
              </a:tr>
              <a:tr h="5998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GADPX</a:t>
                      </a: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10628</a:t>
                      </a: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0.114 s</a:t>
                      </a: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/>
                        <a:t>Très bonne qualité mais 100× plus lent que 2-opt</a:t>
                      </a:r>
                      <a:endParaRPr lang="fr-FR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4224371769"/>
                  </a:ext>
                </a:extLst>
              </a:tr>
              <a:tr h="323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2. Budget moyen</a:t>
                      </a: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ga 40 800 0.05</a:t>
                      </a: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2-opt (nn2opt)</a:t>
                      </a: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11010</a:t>
                      </a: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~0.000 s</a:t>
                      </a: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Toujours excellent</a:t>
                      </a: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2776094742"/>
                  </a:ext>
                </a:extLst>
              </a:tr>
              <a:tr h="46941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GA</a:t>
                      </a: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14631</a:t>
                      </a: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0.108 s</a:t>
                      </a: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/>
                        <a:t>Mieux qu’avant, mais encore loin de 2-opt</a:t>
                      </a:r>
                      <a:endParaRPr lang="fr-FR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3603536341"/>
                  </a:ext>
                </a:extLst>
              </a:tr>
              <a:tr h="46144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GADPX</a:t>
                      </a: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10628</a:t>
                      </a: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0.656 s</a:t>
                      </a: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dirty="0"/>
                        <a:t> </a:t>
                      </a:r>
                      <a:r>
                        <a:rPr lang="de-DE" sz="1400" b="1" dirty="0"/>
                        <a:t>Déjà meilleur que 2-opt</a:t>
                      </a:r>
                      <a:endParaRPr lang="de-DE" sz="14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4214162791"/>
                  </a:ext>
                </a:extLst>
              </a:tr>
              <a:tr h="4614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 dirty="0"/>
                        <a:t>3. </a:t>
                      </a:r>
                      <a:r>
                        <a:rPr lang="de-DE" sz="1400" b="1" dirty="0" err="1"/>
                        <a:t>Meilleure</a:t>
                      </a:r>
                      <a:r>
                        <a:rPr lang="de-DE" sz="1400" b="1" dirty="0"/>
                        <a:t> qualité possible</a:t>
                      </a:r>
                      <a:endParaRPr lang="de-DE" sz="14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ga 80 2000 0.05</a:t>
                      </a: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2-opt (nn2opt)</a:t>
                      </a: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11010</a:t>
                      </a: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~0.000 s</a:t>
                      </a: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Bonne base</a:t>
                      </a: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2123001044"/>
                  </a:ext>
                </a:extLst>
              </a:tr>
              <a:tr h="5998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GA</a:t>
                      </a: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15460</a:t>
                      </a: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0.576 s</a:t>
                      </a: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/>
                        <a:t>Surprenant : se dégrade, signe d’instabilité du GA</a:t>
                      </a:r>
                      <a:endParaRPr lang="fr-FR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4102543107"/>
                  </a:ext>
                </a:extLst>
              </a:tr>
              <a:tr h="32832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GADPX</a:t>
                      </a: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/>
                        <a:t>10648</a:t>
                      </a: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/>
                        <a:t>2.657 s</a:t>
                      </a:r>
                      <a:endParaRPr lang="de-DE" sz="140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b="1" dirty="0"/>
                        <a:t>Meilleur résultat global</a:t>
                      </a:r>
                      <a:endParaRPr lang="de-DE" sz="1400" dirty="0">
                        <a:latin typeface="Calibri Light" panose="020F0302020204030204" pitchFamily="34" charset="0"/>
                        <a:ea typeface="Calibri Light" panose="020F0302020204030204" pitchFamily="34" charset="0"/>
                        <a:cs typeface="Calibri Light" panose="020F0302020204030204" pitchFamily="34" charset="0"/>
                      </a:endParaRPr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13474812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69325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D2A895B5-5535-11F0-181D-38A99E79C6E9}"/>
              </a:ext>
            </a:extLst>
          </p:cNvPr>
          <p:cNvSpPr txBox="1"/>
          <p:nvPr/>
        </p:nvSpPr>
        <p:spPr>
          <a:xfrm>
            <a:off x="313266" y="397934"/>
            <a:ext cx="1013460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Sur att48.tsp: </a:t>
            </a:r>
          </a:p>
          <a:p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2-opt donne la meilleure solution instantanée.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Dès qu’on donne un budget calcul plus important, GA-DPX prend clairement l’avantage et devient la meilleure approche en termes de qualité.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 GA classique est beaucoup moins fiable : il peut converger ou diverger selon les paramètres.</a:t>
            </a:r>
          </a:p>
          <a:p>
            <a:br>
              <a:rPr lang="fr-FR" dirty="0"/>
            </a:br>
            <a:r>
              <a:rPr lang="fr-FR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br>
              <a:rPr lang="fr-FR" dirty="0"/>
            </a:br>
            <a:r>
              <a:rPr lang="fr-FR" b="1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 résumé : 2-opt pour la rapidité, GA-DPX pour la qualité. </a:t>
            </a:r>
            <a:endParaRPr lang="de-DE" b="1" dirty="0">
              <a:solidFill>
                <a:srgbClr val="FF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66688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0AC64605-2A0A-CD87-074F-619A9D1FB373}"/>
              </a:ext>
            </a:extLst>
          </p:cNvPr>
          <p:cNvSpPr/>
          <p:nvPr/>
        </p:nvSpPr>
        <p:spPr>
          <a:xfrm>
            <a:off x="2921001" y="1888067"/>
            <a:ext cx="5029200" cy="203200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i="1" dirty="0">
                <a:solidFill>
                  <a:schemeClr val="tx1"/>
                </a:solidFill>
              </a:rPr>
              <a:t>Comparaison globale et coseil du client</a:t>
            </a:r>
          </a:p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96752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BD529378-99A7-9C6A-5635-36DAEAF06AA0}"/>
              </a:ext>
            </a:extLst>
          </p:cNvPr>
          <p:cNvSpPr txBox="1"/>
          <p:nvPr/>
        </p:nvSpPr>
        <p:spPr>
          <a:xfrm>
            <a:off x="0" y="0"/>
            <a:ext cx="1430867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sz="2000" b="1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att10.tsp</a:t>
            </a:r>
          </a:p>
        </p:txBody>
      </p:sp>
      <p:pic>
        <p:nvPicPr>
          <p:cNvPr id="6" name="Grafik 5" descr="Ein Bild, das Text, Screenshot, Software, Zahl enthält.&#10;&#10;KI-generierte Inhalte können fehlerhaft sein.">
            <a:extLst>
              <a:ext uri="{FF2B5EF4-FFF2-40B4-BE49-F238E27FC236}">
                <a16:creationId xmlns:a16="http://schemas.microsoft.com/office/drawing/2014/main" id="{1365E4DC-288C-C87E-E8E0-D16A51CCCC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867" y="0"/>
            <a:ext cx="8849360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Freihand 7">
                <a:extLst>
                  <a:ext uri="{FF2B5EF4-FFF2-40B4-BE49-F238E27FC236}">
                    <a16:creationId xmlns:a16="http://schemas.microsoft.com/office/drawing/2014/main" id="{CB11EFE5-FBAB-1F96-C041-EB7057F7DBCF}"/>
                  </a:ext>
                </a:extLst>
              </p14:cNvPr>
              <p14:cNvContentPartPr/>
              <p14:nvPr/>
            </p14:nvContentPartPr>
            <p14:xfrm>
              <a:off x="2353347" y="710720"/>
              <a:ext cx="398520" cy="360"/>
            </p14:xfrm>
          </p:contentPart>
        </mc:Choice>
        <mc:Fallback>
          <p:pic>
            <p:nvPicPr>
              <p:cNvPr id="8" name="Freihand 7">
                <a:extLst>
                  <a:ext uri="{FF2B5EF4-FFF2-40B4-BE49-F238E27FC236}">
                    <a16:creationId xmlns:a16="http://schemas.microsoft.com/office/drawing/2014/main" id="{CB11EFE5-FBAB-1F96-C041-EB7057F7DBC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17707" y="638720"/>
                <a:ext cx="47016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Freihand 9">
                <a:extLst>
                  <a:ext uri="{FF2B5EF4-FFF2-40B4-BE49-F238E27FC236}">
                    <a16:creationId xmlns:a16="http://schemas.microsoft.com/office/drawing/2014/main" id="{81034E8F-B8A0-5CEE-9EE5-9FED84EC32AF}"/>
                  </a:ext>
                </a:extLst>
              </p14:cNvPr>
              <p14:cNvContentPartPr/>
              <p14:nvPr/>
            </p14:nvContentPartPr>
            <p14:xfrm>
              <a:off x="2387547" y="1735640"/>
              <a:ext cx="372600" cy="16920"/>
            </p14:xfrm>
          </p:contentPart>
        </mc:Choice>
        <mc:Fallback>
          <p:pic>
            <p:nvPicPr>
              <p:cNvPr id="10" name="Freihand 9">
                <a:extLst>
                  <a:ext uri="{FF2B5EF4-FFF2-40B4-BE49-F238E27FC236}">
                    <a16:creationId xmlns:a16="http://schemas.microsoft.com/office/drawing/2014/main" id="{81034E8F-B8A0-5CEE-9EE5-9FED84EC32A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51547" y="1663640"/>
                <a:ext cx="44424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2" name="Freihand 11">
                <a:extLst>
                  <a:ext uri="{FF2B5EF4-FFF2-40B4-BE49-F238E27FC236}">
                    <a16:creationId xmlns:a16="http://schemas.microsoft.com/office/drawing/2014/main" id="{FC2E740E-8FDA-4182-A432-BFB2AB7D8CF4}"/>
                  </a:ext>
                </a:extLst>
              </p14:cNvPr>
              <p14:cNvContentPartPr/>
              <p14:nvPr/>
            </p14:nvContentPartPr>
            <p14:xfrm>
              <a:off x="6917067" y="1413800"/>
              <a:ext cx="1380240" cy="8640"/>
            </p14:xfrm>
          </p:contentPart>
        </mc:Choice>
        <mc:Fallback>
          <p:pic>
            <p:nvPicPr>
              <p:cNvPr id="12" name="Freihand 11">
                <a:extLst>
                  <a:ext uri="{FF2B5EF4-FFF2-40B4-BE49-F238E27FC236}">
                    <a16:creationId xmlns:a16="http://schemas.microsoft.com/office/drawing/2014/main" id="{FC2E740E-8FDA-4182-A432-BFB2AB7D8CF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881427" y="1341800"/>
                <a:ext cx="145188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4" name="Freihand 13">
                <a:extLst>
                  <a:ext uri="{FF2B5EF4-FFF2-40B4-BE49-F238E27FC236}">
                    <a16:creationId xmlns:a16="http://schemas.microsoft.com/office/drawing/2014/main" id="{79556D44-379B-1DEB-19E6-92B250208F60}"/>
                  </a:ext>
                </a:extLst>
              </p14:cNvPr>
              <p14:cNvContentPartPr/>
              <p14:nvPr/>
            </p14:nvContentPartPr>
            <p14:xfrm>
              <a:off x="2404107" y="2624480"/>
              <a:ext cx="483480" cy="360"/>
            </p14:xfrm>
          </p:contentPart>
        </mc:Choice>
        <mc:Fallback>
          <p:pic>
            <p:nvPicPr>
              <p:cNvPr id="14" name="Freihand 13">
                <a:extLst>
                  <a:ext uri="{FF2B5EF4-FFF2-40B4-BE49-F238E27FC236}">
                    <a16:creationId xmlns:a16="http://schemas.microsoft.com/office/drawing/2014/main" id="{79556D44-379B-1DEB-19E6-92B250208F6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368467" y="2552480"/>
                <a:ext cx="55512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6" name="Freihand 15">
                <a:extLst>
                  <a:ext uri="{FF2B5EF4-FFF2-40B4-BE49-F238E27FC236}">
                    <a16:creationId xmlns:a16="http://schemas.microsoft.com/office/drawing/2014/main" id="{A2798926-77AB-571B-B928-D3BBD5A0E98D}"/>
                  </a:ext>
                </a:extLst>
              </p14:cNvPr>
              <p14:cNvContentPartPr/>
              <p14:nvPr/>
            </p14:nvContentPartPr>
            <p14:xfrm>
              <a:off x="2412387" y="3496400"/>
              <a:ext cx="593280" cy="8640"/>
            </p14:xfrm>
          </p:contentPart>
        </mc:Choice>
        <mc:Fallback>
          <p:pic>
            <p:nvPicPr>
              <p:cNvPr id="16" name="Freihand 15">
                <a:extLst>
                  <a:ext uri="{FF2B5EF4-FFF2-40B4-BE49-F238E27FC236}">
                    <a16:creationId xmlns:a16="http://schemas.microsoft.com/office/drawing/2014/main" id="{A2798926-77AB-571B-B928-D3BBD5A0E98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376747" y="3424760"/>
                <a:ext cx="66492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8" name="Freihand 17">
                <a:extLst>
                  <a:ext uri="{FF2B5EF4-FFF2-40B4-BE49-F238E27FC236}">
                    <a16:creationId xmlns:a16="http://schemas.microsoft.com/office/drawing/2014/main" id="{EF238657-0038-B7CD-0465-829AD758A0F0}"/>
                  </a:ext>
                </a:extLst>
              </p14:cNvPr>
              <p14:cNvContentPartPr/>
              <p14:nvPr/>
            </p14:nvContentPartPr>
            <p14:xfrm>
              <a:off x="2395827" y="4377320"/>
              <a:ext cx="559080" cy="16920"/>
            </p14:xfrm>
          </p:contentPart>
        </mc:Choice>
        <mc:Fallback>
          <p:pic>
            <p:nvPicPr>
              <p:cNvPr id="18" name="Freihand 17">
                <a:extLst>
                  <a:ext uri="{FF2B5EF4-FFF2-40B4-BE49-F238E27FC236}">
                    <a16:creationId xmlns:a16="http://schemas.microsoft.com/office/drawing/2014/main" id="{EF238657-0038-B7CD-0465-829AD758A0F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359827" y="4305320"/>
                <a:ext cx="63072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0" name="Freihand 19">
                <a:extLst>
                  <a:ext uri="{FF2B5EF4-FFF2-40B4-BE49-F238E27FC236}">
                    <a16:creationId xmlns:a16="http://schemas.microsoft.com/office/drawing/2014/main" id="{730C6821-A03A-E086-D617-90741F595617}"/>
                  </a:ext>
                </a:extLst>
              </p14:cNvPr>
              <p14:cNvContentPartPr/>
              <p14:nvPr/>
            </p14:nvContentPartPr>
            <p14:xfrm>
              <a:off x="2361987" y="5240960"/>
              <a:ext cx="542520" cy="360"/>
            </p14:xfrm>
          </p:contentPart>
        </mc:Choice>
        <mc:Fallback>
          <p:pic>
            <p:nvPicPr>
              <p:cNvPr id="20" name="Freihand 19">
                <a:extLst>
                  <a:ext uri="{FF2B5EF4-FFF2-40B4-BE49-F238E27FC236}">
                    <a16:creationId xmlns:a16="http://schemas.microsoft.com/office/drawing/2014/main" id="{730C6821-A03A-E086-D617-90741F59561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325987" y="5168960"/>
                <a:ext cx="61416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2" name="Freihand 21">
                <a:extLst>
                  <a:ext uri="{FF2B5EF4-FFF2-40B4-BE49-F238E27FC236}">
                    <a16:creationId xmlns:a16="http://schemas.microsoft.com/office/drawing/2014/main" id="{E7DB2057-7A66-841D-CB75-EB0C8AF9E6A6}"/>
                  </a:ext>
                </a:extLst>
              </p14:cNvPr>
              <p14:cNvContentPartPr/>
              <p14:nvPr/>
            </p14:nvContentPartPr>
            <p14:xfrm>
              <a:off x="2379267" y="6087320"/>
              <a:ext cx="575640" cy="34200"/>
            </p14:xfrm>
          </p:contentPart>
        </mc:Choice>
        <mc:Fallback>
          <p:pic>
            <p:nvPicPr>
              <p:cNvPr id="22" name="Freihand 21">
                <a:extLst>
                  <a:ext uri="{FF2B5EF4-FFF2-40B4-BE49-F238E27FC236}">
                    <a16:creationId xmlns:a16="http://schemas.microsoft.com/office/drawing/2014/main" id="{E7DB2057-7A66-841D-CB75-EB0C8AF9E6A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343267" y="6015320"/>
                <a:ext cx="647280" cy="17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52509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C35FF784-731D-752E-1686-316A0024B1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157538"/>
              </p:ext>
            </p:extLst>
          </p:nvPr>
        </p:nvGraphicFramePr>
        <p:xfrm>
          <a:off x="594360" y="887254"/>
          <a:ext cx="10515600" cy="3200400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48286457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76174625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4939434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661938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 err="1"/>
                        <a:t>Méthode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Longueur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Temps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Remarque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2122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1" dirty="0">
                          <a:solidFill>
                            <a:srgbClr val="C00000"/>
                          </a:solidFill>
                        </a:rPr>
                        <a:t>BF (</a:t>
                      </a:r>
                      <a:r>
                        <a:rPr lang="de-DE" sz="1800" b="1" dirty="0">
                          <a:solidFill>
                            <a:srgbClr val="C00000"/>
                          </a:solidFill>
                        </a:rPr>
                        <a:t>optimal</a:t>
                      </a:r>
                      <a:r>
                        <a:rPr lang="de-DE" b="1" dirty="0">
                          <a:solidFill>
                            <a:srgbClr val="C00000"/>
                          </a:solidFill>
                        </a:rPr>
                        <a:t>)</a:t>
                      </a:r>
                      <a:endParaRPr lang="de-DE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1" dirty="0">
                          <a:solidFill>
                            <a:srgbClr val="C00000"/>
                          </a:solidFill>
                        </a:rPr>
                        <a:t>6178</a:t>
                      </a:r>
                      <a:endParaRPr lang="de-DE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0.300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 err="1">
                          <a:solidFill>
                            <a:srgbClr val="C00000"/>
                          </a:solidFill>
                        </a:rPr>
                        <a:t>Référence</a:t>
                      </a:r>
                      <a:r>
                        <a:rPr lang="de-DE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de-DE" dirty="0" err="1">
                          <a:solidFill>
                            <a:srgbClr val="C00000"/>
                          </a:solidFill>
                        </a:rPr>
                        <a:t>exacte</a:t>
                      </a:r>
                      <a:endParaRPr lang="de-DE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1713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6704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0.000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Moyen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39200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RW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10362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0.000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Mauvais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6779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>
                          <a:solidFill>
                            <a:schemeClr val="accent6"/>
                          </a:solidFill>
                        </a:rPr>
                        <a:t>NN2opt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>
                          <a:solidFill>
                            <a:schemeClr val="accent6"/>
                          </a:solidFill>
                        </a:rPr>
                        <a:t>6273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0.000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>
                          <a:solidFill>
                            <a:schemeClr val="accent6"/>
                          </a:solidFill>
                        </a:rPr>
                        <a:t>Très proche de la solution optimale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7239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>
                          <a:solidFill>
                            <a:srgbClr val="C00000"/>
                          </a:solidFill>
                        </a:rPr>
                        <a:t>RW2opt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>
                          <a:solidFill>
                            <a:srgbClr val="C00000"/>
                          </a:solidFill>
                        </a:rPr>
                        <a:t>6178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0.000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 err="1">
                          <a:solidFill>
                            <a:srgbClr val="C00000"/>
                          </a:solidFill>
                        </a:rPr>
                        <a:t>Identique</a:t>
                      </a:r>
                      <a:r>
                        <a:rPr lang="de-DE" dirty="0">
                          <a:solidFill>
                            <a:srgbClr val="C00000"/>
                          </a:solidFill>
                        </a:rPr>
                        <a:t> à </a:t>
                      </a:r>
                      <a:r>
                        <a:rPr lang="de-DE" dirty="0" err="1">
                          <a:solidFill>
                            <a:srgbClr val="C00000"/>
                          </a:solidFill>
                        </a:rPr>
                        <a:t>l’optimum</a:t>
                      </a:r>
                      <a:endParaRPr lang="de-DE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122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6273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0.021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 err="1"/>
                        <a:t>Correct</a:t>
                      </a:r>
                      <a:endParaRPr lang="de-D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43695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1" dirty="0">
                          <a:solidFill>
                            <a:srgbClr val="C00000"/>
                          </a:solidFill>
                        </a:rPr>
                        <a:t>GADPX</a:t>
                      </a:r>
                      <a:endParaRPr lang="de-DE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1" dirty="0">
                          <a:solidFill>
                            <a:srgbClr val="C00000"/>
                          </a:solidFill>
                        </a:rPr>
                        <a:t>6178</a:t>
                      </a:r>
                      <a:endParaRPr lang="de-DE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0.042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 err="1">
                          <a:solidFill>
                            <a:srgbClr val="C00000"/>
                          </a:solidFill>
                        </a:rPr>
                        <a:t>Atteint</a:t>
                      </a:r>
                      <a:r>
                        <a:rPr lang="de-DE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de-DE" dirty="0" err="1">
                          <a:solidFill>
                            <a:srgbClr val="C00000"/>
                          </a:solidFill>
                        </a:rPr>
                        <a:t>l’optimum</a:t>
                      </a:r>
                      <a:endParaRPr lang="de-DE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2943741"/>
                  </a:ext>
                </a:extLst>
              </a:tr>
            </a:tbl>
          </a:graphicData>
        </a:graphic>
      </p:graphicFrame>
      <p:sp>
        <p:nvSpPr>
          <p:cNvPr id="5" name="Textfeld 4">
            <a:extLst>
              <a:ext uri="{FF2B5EF4-FFF2-40B4-BE49-F238E27FC236}">
                <a16:creationId xmlns:a16="http://schemas.microsoft.com/office/drawing/2014/main" id="{37CF6B3A-423B-0A25-55F8-D36A1EBCD9AF}"/>
              </a:ext>
            </a:extLst>
          </p:cNvPr>
          <p:cNvSpPr txBox="1"/>
          <p:nvPr/>
        </p:nvSpPr>
        <p:spPr>
          <a:xfrm>
            <a:off x="594359" y="4842934"/>
            <a:ext cx="10515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Plusieurs méthodes atteignent l’optimum (RW2opt, GADPX). 2opt est instantané et excellent.</a:t>
            </a:r>
            <a:endParaRPr lang="de-DE" b="1" dirty="0">
              <a:solidFill>
                <a:srgbClr val="FF00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A7163A0-D72C-9DE4-D045-EC342CB97B40}"/>
              </a:ext>
            </a:extLst>
          </p:cNvPr>
          <p:cNvSpPr txBox="1"/>
          <p:nvPr/>
        </p:nvSpPr>
        <p:spPr>
          <a:xfrm>
            <a:off x="0" y="0"/>
            <a:ext cx="1430867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sz="2000" b="1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att10.tsp</a:t>
            </a:r>
          </a:p>
        </p:txBody>
      </p:sp>
    </p:spTree>
    <p:extLst>
      <p:ext uri="{BB962C8B-B14F-4D97-AF65-F5344CB8AC3E}">
        <p14:creationId xmlns:p14="http://schemas.microsoft.com/office/powerpoint/2010/main" val="13923409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9BC9D93B-4D50-4281-C5AE-2CF8FAABBB96}"/>
              </a:ext>
            </a:extLst>
          </p:cNvPr>
          <p:cNvSpPr txBox="1"/>
          <p:nvPr/>
        </p:nvSpPr>
        <p:spPr>
          <a:xfrm>
            <a:off x="0" y="0"/>
            <a:ext cx="1430867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sz="2000" b="1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att15.tsp</a:t>
            </a:r>
          </a:p>
        </p:txBody>
      </p:sp>
      <p:pic>
        <p:nvPicPr>
          <p:cNvPr id="6" name="Grafik 5" descr="Ein Bild, das Text, Screenshot, Zahl enthält.&#10;&#10;KI-generierte Inhalte können fehlerhaft sein.">
            <a:extLst>
              <a:ext uri="{FF2B5EF4-FFF2-40B4-BE49-F238E27FC236}">
                <a16:creationId xmlns:a16="http://schemas.microsoft.com/office/drawing/2014/main" id="{E43A9DA4-4839-058C-3E6C-B91065E866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867" y="111759"/>
            <a:ext cx="8972973" cy="666157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Freihand 7">
                <a:extLst>
                  <a:ext uri="{FF2B5EF4-FFF2-40B4-BE49-F238E27FC236}">
                    <a16:creationId xmlns:a16="http://schemas.microsoft.com/office/drawing/2014/main" id="{E0AF7AE8-A827-CCF6-C994-164A818F6165}"/>
                  </a:ext>
                </a:extLst>
              </p14:cNvPr>
              <p14:cNvContentPartPr/>
              <p14:nvPr/>
            </p14:nvContentPartPr>
            <p14:xfrm>
              <a:off x="1641987" y="685520"/>
              <a:ext cx="2972520" cy="16920"/>
            </p14:xfrm>
          </p:contentPart>
        </mc:Choice>
        <mc:Fallback>
          <p:pic>
            <p:nvPicPr>
              <p:cNvPr id="8" name="Freihand 7">
                <a:extLst>
                  <a:ext uri="{FF2B5EF4-FFF2-40B4-BE49-F238E27FC236}">
                    <a16:creationId xmlns:a16="http://schemas.microsoft.com/office/drawing/2014/main" id="{E0AF7AE8-A827-CCF6-C994-164A818F616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06347" y="613880"/>
                <a:ext cx="304416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Freihand 9">
                <a:extLst>
                  <a:ext uri="{FF2B5EF4-FFF2-40B4-BE49-F238E27FC236}">
                    <a16:creationId xmlns:a16="http://schemas.microsoft.com/office/drawing/2014/main" id="{36A896D6-8985-2DCA-241F-2CEB63942D95}"/>
                  </a:ext>
                </a:extLst>
              </p14:cNvPr>
              <p14:cNvContentPartPr/>
              <p14:nvPr/>
            </p14:nvContentPartPr>
            <p14:xfrm>
              <a:off x="2361987" y="1007360"/>
              <a:ext cx="432720" cy="720"/>
            </p14:xfrm>
          </p:contentPart>
        </mc:Choice>
        <mc:Fallback>
          <p:pic>
            <p:nvPicPr>
              <p:cNvPr id="10" name="Freihand 9">
                <a:extLst>
                  <a:ext uri="{FF2B5EF4-FFF2-40B4-BE49-F238E27FC236}">
                    <a16:creationId xmlns:a16="http://schemas.microsoft.com/office/drawing/2014/main" id="{36A896D6-8985-2DCA-241F-2CEB63942D9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25987" y="863360"/>
                <a:ext cx="50436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2" name="Freihand 11">
                <a:extLst>
                  <a:ext uri="{FF2B5EF4-FFF2-40B4-BE49-F238E27FC236}">
                    <a16:creationId xmlns:a16="http://schemas.microsoft.com/office/drawing/2014/main" id="{CF9DED87-0391-342B-894D-D9B9645F4DAA}"/>
                  </a:ext>
                </a:extLst>
              </p14:cNvPr>
              <p14:cNvContentPartPr/>
              <p14:nvPr/>
            </p14:nvContentPartPr>
            <p14:xfrm>
              <a:off x="7027227" y="1684520"/>
              <a:ext cx="1397520" cy="17280"/>
            </p14:xfrm>
          </p:contentPart>
        </mc:Choice>
        <mc:Fallback>
          <p:pic>
            <p:nvPicPr>
              <p:cNvPr id="12" name="Freihand 11">
                <a:extLst>
                  <a:ext uri="{FF2B5EF4-FFF2-40B4-BE49-F238E27FC236}">
                    <a16:creationId xmlns:a16="http://schemas.microsoft.com/office/drawing/2014/main" id="{CF9DED87-0391-342B-894D-D9B9645F4DA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991227" y="1612880"/>
                <a:ext cx="146916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4" name="Freihand 13">
                <a:extLst>
                  <a:ext uri="{FF2B5EF4-FFF2-40B4-BE49-F238E27FC236}">
                    <a16:creationId xmlns:a16="http://schemas.microsoft.com/office/drawing/2014/main" id="{9FF9D1B6-90E0-D063-AD80-C88085BDCCAA}"/>
                  </a:ext>
                </a:extLst>
              </p14:cNvPr>
              <p14:cNvContentPartPr/>
              <p14:nvPr/>
            </p14:nvContentPartPr>
            <p14:xfrm>
              <a:off x="2412387" y="1989800"/>
              <a:ext cx="398520" cy="16920"/>
            </p14:xfrm>
          </p:contentPart>
        </mc:Choice>
        <mc:Fallback>
          <p:pic>
            <p:nvPicPr>
              <p:cNvPr id="14" name="Freihand 13">
                <a:extLst>
                  <a:ext uri="{FF2B5EF4-FFF2-40B4-BE49-F238E27FC236}">
                    <a16:creationId xmlns:a16="http://schemas.microsoft.com/office/drawing/2014/main" id="{9FF9D1B6-90E0-D063-AD80-C88085BDCCA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376747" y="1917800"/>
                <a:ext cx="47016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6" name="Freihand 15">
                <a:extLst>
                  <a:ext uri="{FF2B5EF4-FFF2-40B4-BE49-F238E27FC236}">
                    <a16:creationId xmlns:a16="http://schemas.microsoft.com/office/drawing/2014/main" id="{A37C1E3A-1040-6226-C96A-E50F839951CF}"/>
                  </a:ext>
                </a:extLst>
              </p14:cNvPr>
              <p14:cNvContentPartPr/>
              <p14:nvPr/>
            </p14:nvContentPartPr>
            <p14:xfrm>
              <a:off x="2421027" y="2810600"/>
              <a:ext cx="355680" cy="16920"/>
            </p14:xfrm>
          </p:contentPart>
        </mc:Choice>
        <mc:Fallback>
          <p:pic>
            <p:nvPicPr>
              <p:cNvPr id="16" name="Freihand 15">
                <a:extLst>
                  <a:ext uri="{FF2B5EF4-FFF2-40B4-BE49-F238E27FC236}">
                    <a16:creationId xmlns:a16="http://schemas.microsoft.com/office/drawing/2014/main" id="{A37C1E3A-1040-6226-C96A-E50F839951C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385387" y="2738960"/>
                <a:ext cx="42732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8" name="Freihand 17">
                <a:extLst>
                  <a:ext uri="{FF2B5EF4-FFF2-40B4-BE49-F238E27FC236}">
                    <a16:creationId xmlns:a16="http://schemas.microsoft.com/office/drawing/2014/main" id="{7CBF2E3A-3F2A-17FD-3FAE-B0C2284D6F8D}"/>
                  </a:ext>
                </a:extLst>
              </p14:cNvPr>
              <p14:cNvContentPartPr/>
              <p14:nvPr/>
            </p14:nvContentPartPr>
            <p14:xfrm>
              <a:off x="2404107" y="3632120"/>
              <a:ext cx="626760" cy="360"/>
            </p14:xfrm>
          </p:contentPart>
        </mc:Choice>
        <mc:Fallback>
          <p:pic>
            <p:nvPicPr>
              <p:cNvPr id="18" name="Freihand 17">
                <a:extLst>
                  <a:ext uri="{FF2B5EF4-FFF2-40B4-BE49-F238E27FC236}">
                    <a16:creationId xmlns:a16="http://schemas.microsoft.com/office/drawing/2014/main" id="{7CBF2E3A-3F2A-17FD-3FAE-B0C2284D6F8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368467" y="3560120"/>
                <a:ext cx="6984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0" name="Freihand 19">
                <a:extLst>
                  <a:ext uri="{FF2B5EF4-FFF2-40B4-BE49-F238E27FC236}">
                    <a16:creationId xmlns:a16="http://schemas.microsoft.com/office/drawing/2014/main" id="{7885883B-FE31-E724-AEDD-C124C978A8AF}"/>
                  </a:ext>
                </a:extLst>
              </p14:cNvPr>
              <p14:cNvContentPartPr/>
              <p14:nvPr/>
            </p14:nvContentPartPr>
            <p14:xfrm>
              <a:off x="2370267" y="4445000"/>
              <a:ext cx="627480" cy="360"/>
            </p14:xfrm>
          </p:contentPart>
        </mc:Choice>
        <mc:Fallback>
          <p:pic>
            <p:nvPicPr>
              <p:cNvPr id="20" name="Freihand 19">
                <a:extLst>
                  <a:ext uri="{FF2B5EF4-FFF2-40B4-BE49-F238E27FC236}">
                    <a16:creationId xmlns:a16="http://schemas.microsoft.com/office/drawing/2014/main" id="{7885883B-FE31-E724-AEDD-C124C978A8A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334267" y="4373000"/>
                <a:ext cx="69912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3" name="Freihand 22">
                <a:extLst>
                  <a:ext uri="{FF2B5EF4-FFF2-40B4-BE49-F238E27FC236}">
                    <a16:creationId xmlns:a16="http://schemas.microsoft.com/office/drawing/2014/main" id="{94FF977D-E683-8A95-55CC-51DA5AA92881}"/>
                  </a:ext>
                </a:extLst>
              </p14:cNvPr>
              <p14:cNvContentPartPr/>
              <p14:nvPr/>
            </p14:nvContentPartPr>
            <p14:xfrm>
              <a:off x="2379267" y="5257520"/>
              <a:ext cx="643680" cy="720"/>
            </p14:xfrm>
          </p:contentPart>
        </mc:Choice>
        <mc:Fallback>
          <p:pic>
            <p:nvPicPr>
              <p:cNvPr id="23" name="Freihand 22">
                <a:extLst>
                  <a:ext uri="{FF2B5EF4-FFF2-40B4-BE49-F238E27FC236}">
                    <a16:creationId xmlns:a16="http://schemas.microsoft.com/office/drawing/2014/main" id="{94FF977D-E683-8A95-55CC-51DA5AA9288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343267" y="5113520"/>
                <a:ext cx="71532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5" name="Freihand 24">
                <a:extLst>
                  <a:ext uri="{FF2B5EF4-FFF2-40B4-BE49-F238E27FC236}">
                    <a16:creationId xmlns:a16="http://schemas.microsoft.com/office/drawing/2014/main" id="{D037EE8D-1BEF-98E3-8680-CC259EAB4376}"/>
                  </a:ext>
                </a:extLst>
              </p14:cNvPr>
              <p14:cNvContentPartPr/>
              <p14:nvPr/>
            </p14:nvContentPartPr>
            <p14:xfrm>
              <a:off x="2387547" y="6062120"/>
              <a:ext cx="703080" cy="8640"/>
            </p14:xfrm>
          </p:contentPart>
        </mc:Choice>
        <mc:Fallback>
          <p:pic>
            <p:nvPicPr>
              <p:cNvPr id="25" name="Freihand 24">
                <a:extLst>
                  <a:ext uri="{FF2B5EF4-FFF2-40B4-BE49-F238E27FC236}">
                    <a16:creationId xmlns:a16="http://schemas.microsoft.com/office/drawing/2014/main" id="{D037EE8D-1BEF-98E3-8680-CC259EAB437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351547" y="5990120"/>
                <a:ext cx="774720" cy="15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689333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92F93810-9871-435F-77DE-2148A34538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2501384"/>
              </p:ext>
            </p:extLst>
          </p:nvPr>
        </p:nvGraphicFramePr>
        <p:xfrm>
          <a:off x="563880" y="1034574"/>
          <a:ext cx="10515600" cy="3474720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61823752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6287475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7684085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6617781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Méthode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Longueur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Temps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Remarque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4648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1"/>
                        <a:t>BF (interrompu)</a:t>
                      </a:r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7013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99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Trop long pour être 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0868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7798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0.000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Moyen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6772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RW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15507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0.000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Très mauvais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6741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>
                          <a:solidFill>
                            <a:srgbClr val="C00000"/>
                          </a:solidFill>
                        </a:rPr>
                        <a:t>NN2opt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1" dirty="0">
                          <a:solidFill>
                            <a:srgbClr val="C00000"/>
                          </a:solidFill>
                        </a:rPr>
                        <a:t>6443</a:t>
                      </a:r>
                      <a:endParaRPr lang="de-DE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0.000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 err="1">
                          <a:solidFill>
                            <a:srgbClr val="C00000"/>
                          </a:solidFill>
                        </a:rPr>
                        <a:t>Excellente</a:t>
                      </a:r>
                      <a:r>
                        <a:rPr lang="de-DE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de-DE" dirty="0" err="1">
                          <a:solidFill>
                            <a:srgbClr val="C00000"/>
                          </a:solidFill>
                        </a:rPr>
                        <a:t>solution</a:t>
                      </a:r>
                      <a:endParaRPr lang="de-DE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7026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RW2opt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6549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0.000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Bonne mais moins bien que NN2opt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1476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6543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0.029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Correct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067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1" dirty="0">
                          <a:solidFill>
                            <a:srgbClr val="C00000"/>
                          </a:solidFill>
                        </a:rPr>
                        <a:t>GADPX</a:t>
                      </a:r>
                      <a:endParaRPr lang="de-DE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1" dirty="0">
                          <a:solidFill>
                            <a:srgbClr val="C00000"/>
                          </a:solidFill>
                        </a:rPr>
                        <a:t>6443</a:t>
                      </a:r>
                      <a:endParaRPr lang="de-DE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0.070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>
                          <a:solidFill>
                            <a:srgbClr val="C00000"/>
                          </a:solidFill>
                        </a:rPr>
                        <a:t>Aussi </a:t>
                      </a:r>
                      <a:r>
                        <a:rPr lang="de-DE" dirty="0" err="1">
                          <a:solidFill>
                            <a:srgbClr val="C00000"/>
                          </a:solidFill>
                        </a:rPr>
                        <a:t>bon</a:t>
                      </a:r>
                      <a:r>
                        <a:rPr lang="de-DE" dirty="0">
                          <a:solidFill>
                            <a:srgbClr val="C00000"/>
                          </a:solidFill>
                        </a:rPr>
                        <a:t> que NN2opt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9321727"/>
                  </a:ext>
                </a:extLst>
              </a:tr>
            </a:tbl>
          </a:graphicData>
        </a:graphic>
      </p:graphicFrame>
      <p:sp>
        <p:nvSpPr>
          <p:cNvPr id="5" name="Textfeld 4">
            <a:extLst>
              <a:ext uri="{FF2B5EF4-FFF2-40B4-BE49-F238E27FC236}">
                <a16:creationId xmlns:a16="http://schemas.microsoft.com/office/drawing/2014/main" id="{0CA97B70-A198-47D3-46B4-924E897E55E4}"/>
              </a:ext>
            </a:extLst>
          </p:cNvPr>
          <p:cNvSpPr txBox="1"/>
          <p:nvPr/>
        </p:nvSpPr>
        <p:spPr>
          <a:xfrm>
            <a:off x="594359" y="4842934"/>
            <a:ext cx="10515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NN2opt + GADPX donnent les meilleures solutions. GADPX reste excellent mais NN2opt est imbattable en rapidité.</a:t>
            </a:r>
            <a:endParaRPr lang="de-DE" b="1" dirty="0">
              <a:solidFill>
                <a:srgbClr val="FF0000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559E856-3FA5-4344-4C0E-A350E72564B3}"/>
              </a:ext>
            </a:extLst>
          </p:cNvPr>
          <p:cNvSpPr txBox="1"/>
          <p:nvPr/>
        </p:nvSpPr>
        <p:spPr>
          <a:xfrm>
            <a:off x="0" y="0"/>
            <a:ext cx="1430867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sz="2000" b="1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att15.tsp</a:t>
            </a:r>
          </a:p>
        </p:txBody>
      </p:sp>
    </p:spTree>
    <p:extLst>
      <p:ext uri="{BB962C8B-B14F-4D97-AF65-F5344CB8AC3E}">
        <p14:creationId xmlns:p14="http://schemas.microsoft.com/office/powerpoint/2010/main" val="28038480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A8005446-ED3E-0BA6-E5F3-DFEB86A66330}"/>
              </a:ext>
            </a:extLst>
          </p:cNvPr>
          <p:cNvSpPr txBox="1"/>
          <p:nvPr/>
        </p:nvSpPr>
        <p:spPr>
          <a:xfrm>
            <a:off x="0" y="0"/>
            <a:ext cx="1430867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sz="2000" b="1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Att48.tsp</a:t>
            </a:r>
          </a:p>
        </p:txBody>
      </p:sp>
      <p:pic>
        <p:nvPicPr>
          <p:cNvPr id="6" name="Grafik 5" descr="Ein Bild, das Text, Screenshot, Dokument, Schrift enthält.&#10;&#10;KI-generierte Inhalte können fehlerhaft sein.">
            <a:extLst>
              <a:ext uri="{FF2B5EF4-FFF2-40B4-BE49-F238E27FC236}">
                <a16:creationId xmlns:a16="http://schemas.microsoft.com/office/drawing/2014/main" id="{EBA16197-C7F8-4156-10B9-A846F48E85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867" y="0"/>
            <a:ext cx="8668825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Freihand 7">
                <a:extLst>
                  <a:ext uri="{FF2B5EF4-FFF2-40B4-BE49-F238E27FC236}">
                    <a16:creationId xmlns:a16="http://schemas.microsoft.com/office/drawing/2014/main" id="{64460673-7377-4A43-C53E-62B42E18FE7C}"/>
                  </a:ext>
                </a:extLst>
              </p14:cNvPr>
              <p14:cNvContentPartPr/>
              <p14:nvPr/>
            </p14:nvContentPartPr>
            <p14:xfrm>
              <a:off x="6849387" y="228320"/>
              <a:ext cx="1371960" cy="17280"/>
            </p14:xfrm>
          </p:contentPart>
        </mc:Choice>
        <mc:Fallback>
          <p:pic>
            <p:nvPicPr>
              <p:cNvPr id="8" name="Freihand 7">
                <a:extLst>
                  <a:ext uri="{FF2B5EF4-FFF2-40B4-BE49-F238E27FC236}">
                    <a16:creationId xmlns:a16="http://schemas.microsoft.com/office/drawing/2014/main" id="{64460673-7377-4A43-C53E-62B42E18FE7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13747" y="156320"/>
                <a:ext cx="144360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Freihand 9">
                <a:extLst>
                  <a:ext uri="{FF2B5EF4-FFF2-40B4-BE49-F238E27FC236}">
                    <a16:creationId xmlns:a16="http://schemas.microsoft.com/office/drawing/2014/main" id="{EAA77696-156D-FE08-6C56-CE6D87F272BC}"/>
                  </a:ext>
                </a:extLst>
              </p14:cNvPr>
              <p14:cNvContentPartPr/>
              <p14:nvPr/>
            </p14:nvContentPartPr>
            <p14:xfrm>
              <a:off x="2361987" y="567080"/>
              <a:ext cx="389880" cy="25560"/>
            </p14:xfrm>
          </p:contentPart>
        </mc:Choice>
        <mc:Fallback>
          <p:pic>
            <p:nvPicPr>
              <p:cNvPr id="10" name="Freihand 9">
                <a:extLst>
                  <a:ext uri="{FF2B5EF4-FFF2-40B4-BE49-F238E27FC236}">
                    <a16:creationId xmlns:a16="http://schemas.microsoft.com/office/drawing/2014/main" id="{EAA77696-156D-FE08-6C56-CE6D87F272B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25987" y="495440"/>
                <a:ext cx="46152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2" name="Freihand 11">
                <a:extLst>
                  <a:ext uri="{FF2B5EF4-FFF2-40B4-BE49-F238E27FC236}">
                    <a16:creationId xmlns:a16="http://schemas.microsoft.com/office/drawing/2014/main" id="{ED26AACA-4228-FCAD-E29E-8E652513B6B0}"/>
                  </a:ext>
                </a:extLst>
              </p14:cNvPr>
              <p14:cNvContentPartPr/>
              <p14:nvPr/>
            </p14:nvContentPartPr>
            <p14:xfrm>
              <a:off x="2412387" y="1599920"/>
              <a:ext cx="305280" cy="360"/>
            </p14:xfrm>
          </p:contentPart>
        </mc:Choice>
        <mc:Fallback>
          <p:pic>
            <p:nvPicPr>
              <p:cNvPr id="12" name="Freihand 11">
                <a:extLst>
                  <a:ext uri="{FF2B5EF4-FFF2-40B4-BE49-F238E27FC236}">
                    <a16:creationId xmlns:a16="http://schemas.microsoft.com/office/drawing/2014/main" id="{ED26AACA-4228-FCAD-E29E-8E652513B6B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376747" y="1528280"/>
                <a:ext cx="37692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4" name="Freihand 13">
                <a:extLst>
                  <a:ext uri="{FF2B5EF4-FFF2-40B4-BE49-F238E27FC236}">
                    <a16:creationId xmlns:a16="http://schemas.microsoft.com/office/drawing/2014/main" id="{4634B266-8E01-261C-B027-23A70DC4920B}"/>
                  </a:ext>
                </a:extLst>
              </p14:cNvPr>
              <p14:cNvContentPartPr/>
              <p14:nvPr/>
            </p14:nvContentPartPr>
            <p14:xfrm>
              <a:off x="2387547" y="2598920"/>
              <a:ext cx="626760" cy="360"/>
            </p14:xfrm>
          </p:contentPart>
        </mc:Choice>
        <mc:Fallback>
          <p:pic>
            <p:nvPicPr>
              <p:cNvPr id="14" name="Freihand 13">
                <a:extLst>
                  <a:ext uri="{FF2B5EF4-FFF2-40B4-BE49-F238E27FC236}">
                    <a16:creationId xmlns:a16="http://schemas.microsoft.com/office/drawing/2014/main" id="{4634B266-8E01-261C-B027-23A70DC4920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351547" y="2527280"/>
                <a:ext cx="6984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6" name="Freihand 15">
                <a:extLst>
                  <a:ext uri="{FF2B5EF4-FFF2-40B4-BE49-F238E27FC236}">
                    <a16:creationId xmlns:a16="http://schemas.microsoft.com/office/drawing/2014/main" id="{7A8E7913-4D77-B1B9-D7D2-2820640CD57A}"/>
                  </a:ext>
                </a:extLst>
              </p14:cNvPr>
              <p14:cNvContentPartPr/>
              <p14:nvPr/>
            </p14:nvContentPartPr>
            <p14:xfrm>
              <a:off x="2379267" y="3623480"/>
              <a:ext cx="728280" cy="360"/>
            </p14:xfrm>
          </p:contentPart>
        </mc:Choice>
        <mc:Fallback>
          <p:pic>
            <p:nvPicPr>
              <p:cNvPr id="16" name="Freihand 15">
                <a:extLst>
                  <a:ext uri="{FF2B5EF4-FFF2-40B4-BE49-F238E27FC236}">
                    <a16:creationId xmlns:a16="http://schemas.microsoft.com/office/drawing/2014/main" id="{7A8E7913-4D77-B1B9-D7D2-2820640CD57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343267" y="3551480"/>
                <a:ext cx="79992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8" name="Freihand 17">
                <a:extLst>
                  <a:ext uri="{FF2B5EF4-FFF2-40B4-BE49-F238E27FC236}">
                    <a16:creationId xmlns:a16="http://schemas.microsoft.com/office/drawing/2014/main" id="{EC7D183D-BB64-C419-49EF-963F396E0822}"/>
                  </a:ext>
                </a:extLst>
              </p14:cNvPr>
              <p14:cNvContentPartPr/>
              <p14:nvPr/>
            </p14:nvContentPartPr>
            <p14:xfrm>
              <a:off x="2404107" y="4656320"/>
              <a:ext cx="703440" cy="720"/>
            </p14:xfrm>
          </p:contentPart>
        </mc:Choice>
        <mc:Fallback>
          <p:pic>
            <p:nvPicPr>
              <p:cNvPr id="18" name="Freihand 17">
                <a:extLst>
                  <a:ext uri="{FF2B5EF4-FFF2-40B4-BE49-F238E27FC236}">
                    <a16:creationId xmlns:a16="http://schemas.microsoft.com/office/drawing/2014/main" id="{EC7D183D-BB64-C419-49EF-963F396E082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368467" y="4512320"/>
                <a:ext cx="77508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0" name="Freihand 19">
                <a:extLst>
                  <a:ext uri="{FF2B5EF4-FFF2-40B4-BE49-F238E27FC236}">
                    <a16:creationId xmlns:a16="http://schemas.microsoft.com/office/drawing/2014/main" id="{ACD39494-3590-A61B-7D11-7303F6F88FA8}"/>
                  </a:ext>
                </a:extLst>
              </p14:cNvPr>
              <p14:cNvContentPartPr/>
              <p14:nvPr/>
            </p14:nvContentPartPr>
            <p14:xfrm>
              <a:off x="2361987" y="5604920"/>
              <a:ext cx="788040" cy="16920"/>
            </p14:xfrm>
          </p:contentPart>
        </mc:Choice>
        <mc:Fallback>
          <p:pic>
            <p:nvPicPr>
              <p:cNvPr id="20" name="Freihand 19">
                <a:extLst>
                  <a:ext uri="{FF2B5EF4-FFF2-40B4-BE49-F238E27FC236}">
                    <a16:creationId xmlns:a16="http://schemas.microsoft.com/office/drawing/2014/main" id="{ACD39494-3590-A61B-7D11-7303F6F88FA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325987" y="5532920"/>
                <a:ext cx="859680" cy="16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36385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F446250B-295E-DAB2-328E-9BD1CD88DE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5733036"/>
              </p:ext>
            </p:extLst>
          </p:nvPr>
        </p:nvGraphicFramePr>
        <p:xfrm>
          <a:off x="352213" y="990414"/>
          <a:ext cx="10515600" cy="3108960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41413866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2362742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7751424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323336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 err="1"/>
                        <a:t>Méthode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Longueur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Temps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Remarque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1071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12861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0.000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Mauvais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4548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RW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47523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0.000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Très mauvais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5193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>
                          <a:latin typeface="Calibri Light" panose="020F0302020204030204" pitchFamily="34" charset="0"/>
                          <a:ea typeface="Calibri Light" panose="020F0302020204030204" pitchFamily="34" charset="0"/>
                          <a:cs typeface="Calibri Light" panose="020F0302020204030204" pitchFamily="34" charset="0"/>
                        </a:rPr>
                        <a:t>NN2opt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11010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0.000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Très bon pour un temps nul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5187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RW2opt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11060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0.000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Correct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5439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13254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0.108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Mauvais sur cette série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1013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1" dirty="0">
                          <a:solidFill>
                            <a:srgbClr val="FF0000"/>
                          </a:solidFill>
                        </a:rPr>
                        <a:t>GADPX</a:t>
                      </a:r>
                      <a:endParaRPr lang="de-DE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b="1" dirty="0">
                          <a:solidFill>
                            <a:srgbClr val="FF0000"/>
                          </a:solidFill>
                        </a:rPr>
                        <a:t>10628</a:t>
                      </a:r>
                      <a:endParaRPr lang="de-DE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0.619 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 err="1">
                          <a:solidFill>
                            <a:srgbClr val="FF0000"/>
                          </a:solidFill>
                        </a:rPr>
                        <a:t>Meilleure</a:t>
                      </a:r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de-DE" dirty="0" err="1">
                          <a:solidFill>
                            <a:srgbClr val="FF0000"/>
                          </a:solidFill>
                        </a:rPr>
                        <a:t>solution</a:t>
                      </a:r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 globale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3511348"/>
                  </a:ext>
                </a:extLst>
              </a:tr>
            </a:tbl>
          </a:graphicData>
        </a:graphic>
      </p:graphicFrame>
      <p:sp>
        <p:nvSpPr>
          <p:cNvPr id="5" name="Textfeld 4">
            <a:extLst>
              <a:ext uri="{FF2B5EF4-FFF2-40B4-BE49-F238E27FC236}">
                <a16:creationId xmlns:a16="http://schemas.microsoft.com/office/drawing/2014/main" id="{1E646025-A5C5-E64E-2162-4B04D9ED5FBF}"/>
              </a:ext>
            </a:extLst>
          </p:cNvPr>
          <p:cNvSpPr txBox="1"/>
          <p:nvPr/>
        </p:nvSpPr>
        <p:spPr>
          <a:xfrm>
            <a:off x="352213" y="5032587"/>
            <a:ext cx="10515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GADPX est clairement le meilleur. 2opt reste un très bon compromis qualité/temps.</a:t>
            </a:r>
            <a:endParaRPr lang="de-DE" b="1" dirty="0">
              <a:solidFill>
                <a:srgbClr val="FF0000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67DCA2D-1E6A-5B30-E088-8C381A80DFBA}"/>
              </a:ext>
            </a:extLst>
          </p:cNvPr>
          <p:cNvSpPr txBox="1"/>
          <p:nvPr/>
        </p:nvSpPr>
        <p:spPr>
          <a:xfrm>
            <a:off x="0" y="0"/>
            <a:ext cx="1430867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sz="2000" b="1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Att48.tsp</a:t>
            </a:r>
          </a:p>
        </p:txBody>
      </p:sp>
    </p:spTree>
    <p:extLst>
      <p:ext uri="{BB962C8B-B14F-4D97-AF65-F5344CB8AC3E}">
        <p14:creationId xmlns:p14="http://schemas.microsoft.com/office/powerpoint/2010/main" val="3720745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041DA215-F0B5-4458-395E-21DAD6855511}"/>
              </a:ext>
            </a:extLst>
          </p:cNvPr>
          <p:cNvSpPr txBox="1"/>
          <p:nvPr/>
        </p:nvSpPr>
        <p:spPr>
          <a:xfrm>
            <a:off x="0" y="0"/>
            <a:ext cx="2125133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sz="2000" b="1" i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Conceil</a:t>
            </a:r>
            <a:r>
              <a:rPr lang="de-DE" sz="2000" b="1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du client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3FD4712-570B-1153-2E85-28F78EFC5B8C}"/>
              </a:ext>
            </a:extLst>
          </p:cNvPr>
          <p:cNvSpPr txBox="1"/>
          <p:nvPr/>
        </p:nvSpPr>
        <p:spPr>
          <a:xfrm>
            <a:off x="1168400" y="889000"/>
            <a:ext cx="8051800" cy="480131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endParaRPr lang="fr-FR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2-opt : meilleur choix quand on veut une réponse immédiate.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GA-DPX : meilleur choix quand on veut la meilleure solution possible.</a:t>
            </a:r>
            <a:br>
              <a:rPr lang="fr-FR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fr-FR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GA classique : à éviter car moins régulier.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RW : jamais recommandé.</a:t>
            </a:r>
          </a:p>
          <a:p>
            <a:endParaRPr lang="fr-FR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fr-FR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fr-FR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BF : uniquement pour des très petites instances.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8951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8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0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12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1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1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18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5726D62-9811-B737-D1D0-809FA6C99296}"/>
              </a:ext>
            </a:extLst>
          </p:cNvPr>
          <p:cNvSpPr/>
          <p:nvPr/>
        </p:nvSpPr>
        <p:spPr>
          <a:xfrm>
            <a:off x="1314824" y="735106"/>
            <a:ext cx="10053763" cy="292847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i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Fin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i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Merci pour votre attention</a:t>
            </a:r>
          </a:p>
        </p:txBody>
      </p:sp>
    </p:spTree>
    <p:extLst>
      <p:ext uri="{BB962C8B-B14F-4D97-AF65-F5344CB8AC3E}">
        <p14:creationId xmlns:p14="http://schemas.microsoft.com/office/powerpoint/2010/main" val="2966023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748</Words>
  <Application>Microsoft Office PowerPoint</Application>
  <PresentationFormat>Breitbild</PresentationFormat>
  <Paragraphs>236</Paragraphs>
  <Slides>23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Calibri Light</vt:lpstr>
      <vt:lpstr>Office</vt:lpstr>
      <vt:lpstr>Projet Avancé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Dunant Tonfack</dc:creator>
  <cp:lastModifiedBy>Dunant Tonfack</cp:lastModifiedBy>
  <cp:revision>3</cp:revision>
  <dcterms:created xsi:type="dcterms:W3CDTF">2025-12-11T21:14:11Z</dcterms:created>
  <dcterms:modified xsi:type="dcterms:W3CDTF">2025-12-11T23:58:37Z</dcterms:modified>
</cp:coreProperties>
</file>