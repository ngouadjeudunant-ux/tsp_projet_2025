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5" r:id="rId5"/>
    <p:sldId id="258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sp" id="{4CE48871-1116-48F4-B40B-95CF4DA61F98}">
          <p14:sldIdLst>
            <p14:sldId id="256"/>
          </p14:sldIdLst>
        </p14:section>
        <p14:section name="TestsDeCalculDesDistances" id="{750CCDBB-9AE5-4DD1-B1A3-D602840386FB}">
          <p14:sldIdLst>
            <p14:sldId id="257"/>
          </p14:sldIdLst>
        </p14:section>
        <p14:section name="ctrl c" id="{116FAB29-6B67-49C5-B585-0594ABDAAB1F}">
          <p14:sldIdLst>
            <p14:sldId id="259"/>
          </p14:sldIdLst>
        </p14:section>
        <p14:section name="brute force" id="{F2C5C53C-EAF1-441D-8D6A-BD20E33EA209}">
          <p14:sldIdLst>
            <p14:sldId id="265"/>
          </p14:sldIdLst>
        </p14:section>
        <p14:section name="forceBruteGenerique" id="{C5CB8F3A-2D95-4E7E-AEFE-A91ACF36F0D6}">
          <p14:sldIdLst>
            <p14:sldId id="258"/>
          </p14:sldIdLst>
        </p14:section>
        <p14:section name="rw et 2opt" id="{9FC3A22E-DCA9-4474-BD6D-A07083807624}">
          <p14:sldIdLst>
            <p14:sldId id="260"/>
            <p14:sldId id="261"/>
          </p14:sldIdLst>
        </p14:section>
        <p14:section name="nn et 2opt" id="{3705B3DA-0C76-4ADC-BF29-F08F7C931711}">
          <p14:sldIdLst>
            <p14:sldId id="262"/>
            <p14:sldId id="263"/>
          </p14:sldIdLst>
        </p14:section>
        <p14:section name="Algo générique" id="{CD597A1D-9108-4448-A7C8-99AE9FCA4174}">
          <p14:sldIdLst>
            <p14:sldId id="264"/>
            <p14:sldId id="266"/>
          </p14:sldIdLst>
        </p14:section>
        <p14:section name="Abschnitt ohne Titel" id="{324C23CE-14C0-4373-895F-63EA441EBC3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9:47.80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1-1 0,'8631'47'0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9:53.80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0,'9126'0'0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0T11:39:55.01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3:03.36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0,'1035'0'0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3:20.24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0,'1246'47'0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3:29.72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0,'1812'0'0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3:37.57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0,'4352'71'0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3:58.49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0,'1222'0'0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4:04.03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0,'1129'-24'0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4:43.40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0,'1154'0'0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4:57.75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0,'1105'-23'0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6:49.32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0,'3928'48'0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6:53.46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0,'1930'0'0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8:00.93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0,'1436'0'0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8:05.11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 0,'1316'-71'0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7:08.32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0,'1459'-23'0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7:25.29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71 0,'1271'-70'0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8:38.57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0,'1318'-23'0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8:45.53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0,'1411'0'0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8:50.44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 0,'1177'-69'0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39:03.52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0,'3764'-23'0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786636-CC77-5718-734A-79E86F0CE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98F2D3-BD87-9BAE-F620-0BA9317A1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D989D3-4830-504A-F4D6-D7CB97AA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E32C11-F0D6-139A-8916-6A178F5F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43DA44-4B02-7C9E-3412-B054FC37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808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C58DC-CA13-A7E2-0FA3-7EAE004F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494A0F-6ACB-2A89-0FF3-B71B8AD72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89C528-95EF-5EC6-98A0-E9BF6ECE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812A21-F24E-8BF8-2C72-1EBF4D24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4239DD-4677-8BDE-A253-C574DA58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43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F6285-C64E-7F12-32E1-569B6DDD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8BE281-B1AC-88EB-85CA-1E4F3AD0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89CD51-11E0-D920-3A75-FFA2C12F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6B584B-CDD3-C2BC-DE84-6B63F9C8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C46E3F-CF57-04E8-8BED-3C2968BB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586C6-CA86-0E43-475E-64A4A369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6A3C3-A879-50E0-1648-272464335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B57FF3-84DC-CF9B-6F1F-B6D245A91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532EC1-8ED5-ECF6-D500-A35EEE91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848539-9FB0-EF19-0735-34E4AC0B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7A430A-284F-A907-0ABD-856EE7D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1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E9A89-648B-E087-77EA-3BDB68F7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CAB8EC-6AA1-DD98-C7F8-C638B9FA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DC52C3-3663-C786-039E-B0044BD85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9B12D8-C23B-6705-6357-3A3926D59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7C8859-795C-527E-D9E2-E5B6D0D45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DC87B9E-1C06-3A08-A168-59A03388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0E8D0E5-687E-2C93-0124-6CECD74F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A482592-3FAF-D6D9-03F7-12C71BA8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18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5AF33-C3D0-F2A8-F706-60246687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6173E8-C545-B73D-06A6-A4FAE55B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A85B6C-CA0C-B579-AE24-ACFCB06D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B4CD72-C918-B236-C097-25C36304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17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1C7039-3C56-180C-FC2F-0557FC07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E21F5E-2A46-5486-9886-DFECF72F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C86224-E16A-0F8E-E969-85853E52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10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B4856-199F-EFEA-0BA6-F7C3286B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8B1E26-6AC0-3AEA-9EDB-8F43CE069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0D14C1-A9F1-576A-2104-7C56175A4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BADE4F-737C-FFF9-EA34-89C34443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614249-14D3-C104-05BC-4A8E76D3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12F232-BBB8-0A0A-E02F-83156295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85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58E74-78F2-FED3-585E-1B0FE70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1FC4BF-6DF7-3964-012B-894E95B5A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5553FA-888D-5D09-750C-BD287F742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8DB25B-B270-7FFB-9AF4-8E86818B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9C035C-8AFF-744A-FC48-94436CE0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B413D0-25AB-1FEA-D67E-DBEBB964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30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25442-6739-D83C-AFC0-4D9CD0AD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236C41-0D22-E63E-2E51-F8CC7875B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E3E59B-6CAF-3368-46E6-57B37BA7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7036CA-67E9-F6DD-94AD-940F66CB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6859DC-639A-485D-5F56-0BE227E7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20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2BC603-CC7E-7D96-65DC-9EB254B44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226AFB-AC00-7043-FACA-5A405225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0C4A27-9B82-373D-9065-E6EC8F28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DFDC83-123B-8E6A-36E2-78D00FC91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38DE-D514-5902-01B0-AE0DD6DF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61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5B7E290-820C-A71B-A260-6EC187114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63B39D-D846-AFF6-3480-B66EC254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0CD638-15F3-C1CF-4170-B381A54F5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0CA8C-FDB1-4B31-AC60-C65CAB4A7A5C}" type="datetimeFigureOut">
              <a:rPr lang="de-DE" smtClean="0"/>
              <a:t>20.11.2025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9C829C-F239-A7E6-C073-B08B2B6DD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8B0133-938E-0D7B-00ED-997E9E8B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0A3A0-C9F1-49B2-9E9C-81D1727ED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756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26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30.png"/><Relationship Id="rId4" Type="http://schemas.openxmlformats.org/officeDocument/2006/relationships/customXml" Target="../ink/ink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41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43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5" name="Rectangle 45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061F8C-A148-D5C3-9FD5-03F7955B5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de-DE" sz="5200" dirty="0" err="1">
                <a:solidFill>
                  <a:schemeClr val="tx2"/>
                </a:solidFill>
              </a:rPr>
              <a:t>Projet</a:t>
            </a:r>
            <a:r>
              <a:rPr lang="de-DE" sz="5200" dirty="0">
                <a:solidFill>
                  <a:schemeClr val="tx2"/>
                </a:solidFill>
              </a:rPr>
              <a:t> </a:t>
            </a:r>
            <a:r>
              <a:rPr lang="de-DE" sz="5200" dirty="0" err="1">
                <a:solidFill>
                  <a:schemeClr val="tx2"/>
                </a:solidFill>
              </a:rPr>
              <a:t>Avancée</a:t>
            </a:r>
            <a:r>
              <a:rPr lang="de-DE" sz="5200" dirty="0">
                <a:solidFill>
                  <a:schemeClr val="tx2"/>
                </a:solidFill>
              </a:rPr>
              <a:t> CC3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A17B73-3FA8-717D-11C3-7288227F4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Tests</a:t>
            </a:r>
          </a:p>
        </p:txBody>
      </p:sp>
      <p:grpSp>
        <p:nvGrpSpPr>
          <p:cNvPr id="66" name="Group 47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67" name="Freeform: Shape 48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49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50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96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BD3169F-277E-AEA3-9460-37D12F1E04C6}"/>
              </a:ext>
            </a:extLst>
          </p:cNvPr>
          <p:cNvSpPr txBox="1"/>
          <p:nvPr/>
        </p:nvSpPr>
        <p:spPr>
          <a:xfrm>
            <a:off x="507999" y="313266"/>
            <a:ext cx="69342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Tests de nos </a:t>
            </a:r>
            <a:r>
              <a:rPr lang="de-DE" b="1" i="1" dirty="0" err="1"/>
              <a:t>différentes</a:t>
            </a:r>
            <a:r>
              <a:rPr lang="de-DE" b="1" i="1" dirty="0"/>
              <a:t> </a:t>
            </a:r>
            <a:r>
              <a:rPr lang="de-DE" b="1" i="1" dirty="0" err="1"/>
              <a:t>méthodes</a:t>
            </a:r>
            <a:r>
              <a:rPr lang="de-DE" b="1" i="1" dirty="0"/>
              <a:t> de </a:t>
            </a:r>
            <a:r>
              <a:rPr lang="de-DE" b="1" i="1" dirty="0" err="1"/>
              <a:t>distance</a:t>
            </a:r>
            <a:endParaRPr lang="de-DE" b="1" i="1" dirty="0"/>
          </a:p>
        </p:txBody>
      </p:sp>
      <p:pic>
        <p:nvPicPr>
          <p:cNvPr id="6" name="Grafik 5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6AE96F25-6FA8-B4A4-13CB-D1C33A908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9" y="975146"/>
            <a:ext cx="8867821" cy="170709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DEBD771-BFA9-1C21-1DDC-9C296EA82129}"/>
              </a:ext>
            </a:extLst>
          </p:cNvPr>
          <p:cNvSpPr txBox="1"/>
          <p:nvPr/>
        </p:nvSpPr>
        <p:spPr>
          <a:xfrm>
            <a:off x="508000" y="3059668"/>
            <a:ext cx="69342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Tests </a:t>
            </a:r>
            <a:r>
              <a:rPr lang="de-DE" b="1" i="1" dirty="0" err="1"/>
              <a:t>manuels</a:t>
            </a:r>
            <a:r>
              <a:rPr lang="de-DE" b="1" i="1" dirty="0"/>
              <a:t> de nos </a:t>
            </a:r>
            <a:r>
              <a:rPr lang="de-DE" b="1" i="1" dirty="0" err="1"/>
              <a:t>différentes</a:t>
            </a:r>
            <a:r>
              <a:rPr lang="de-DE" b="1" i="1" dirty="0"/>
              <a:t> </a:t>
            </a:r>
            <a:r>
              <a:rPr lang="de-DE" b="1" i="1" dirty="0" err="1"/>
              <a:t>méthodes</a:t>
            </a:r>
            <a:r>
              <a:rPr lang="de-DE" b="1" i="1" dirty="0"/>
              <a:t> de </a:t>
            </a:r>
            <a:r>
              <a:rPr lang="de-DE" b="1" i="1" dirty="0" err="1"/>
              <a:t>distance</a:t>
            </a:r>
            <a:endParaRPr lang="de-DE" b="1" i="1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036718E-7F10-EDC6-CC99-C2DC4BD82277}"/>
              </a:ext>
            </a:extLst>
          </p:cNvPr>
          <p:cNvSpPr txBox="1"/>
          <p:nvPr/>
        </p:nvSpPr>
        <p:spPr>
          <a:xfrm>
            <a:off x="507999" y="3784600"/>
            <a:ext cx="70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EUC_2D ( V1: 10,20;   V2: 14,23)   : </a:t>
            </a:r>
          </a:p>
        </p:txBody>
      </p:sp>
    </p:spTree>
    <p:extLst>
      <p:ext uri="{BB962C8B-B14F-4D97-AF65-F5344CB8AC3E}">
        <p14:creationId xmlns:p14="http://schemas.microsoft.com/office/powerpoint/2010/main" val="366461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A01AB30-797D-CF1A-2490-B5AD944E27BF}"/>
              </a:ext>
            </a:extLst>
          </p:cNvPr>
          <p:cNvSpPr txBox="1"/>
          <p:nvPr/>
        </p:nvSpPr>
        <p:spPr>
          <a:xfrm>
            <a:off x="321733" y="270935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b="1" i="1" dirty="0" err="1"/>
              <a:t>Ctrl</a:t>
            </a:r>
            <a:r>
              <a:rPr lang="de-DE" b="1" i="1" dirty="0"/>
              <a:t> C </a:t>
            </a:r>
            <a:r>
              <a:rPr lang="de-DE" b="1" i="1" dirty="0" err="1"/>
              <a:t>pour</a:t>
            </a:r>
            <a:r>
              <a:rPr lang="de-DE" b="1" i="1" dirty="0"/>
              <a:t> la </a:t>
            </a:r>
            <a:r>
              <a:rPr lang="de-DE" b="1" i="1" dirty="0" err="1"/>
              <a:t>force</a:t>
            </a:r>
            <a:r>
              <a:rPr lang="de-DE" b="1" i="1" dirty="0"/>
              <a:t> </a:t>
            </a:r>
            <a:r>
              <a:rPr lang="de-DE" b="1" i="1" dirty="0" err="1"/>
              <a:t>brute</a:t>
            </a:r>
            <a:r>
              <a:rPr lang="de-DE" b="1" i="1" dirty="0"/>
              <a:t> </a:t>
            </a:r>
          </a:p>
        </p:txBody>
      </p:sp>
      <p:pic>
        <p:nvPicPr>
          <p:cNvPr id="8" name="Grafik 7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DBA106B1-76D2-59D3-C4CB-7D871D136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7" y="986321"/>
            <a:ext cx="8707065" cy="216247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62489A-085F-28CB-8D35-6583F5BB0B02}"/>
              </a:ext>
            </a:extLst>
          </p:cNvPr>
          <p:cNvSpPr txBox="1"/>
          <p:nvPr/>
        </p:nvSpPr>
        <p:spPr>
          <a:xfrm>
            <a:off x="248947" y="3310186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 err="1"/>
              <a:t>Ctrl</a:t>
            </a:r>
            <a:r>
              <a:rPr lang="de-DE" b="1" i="1" dirty="0"/>
              <a:t> C </a:t>
            </a:r>
            <a:r>
              <a:rPr lang="de-DE" b="1" i="1" dirty="0" err="1"/>
              <a:t>pour</a:t>
            </a:r>
            <a:r>
              <a:rPr lang="de-DE" b="1" i="1" dirty="0"/>
              <a:t> </a:t>
            </a:r>
            <a:r>
              <a:rPr lang="de-DE" b="1" i="1" dirty="0" err="1"/>
              <a:t>l‘algorithme</a:t>
            </a:r>
            <a:r>
              <a:rPr lang="de-DE" b="1" i="1" dirty="0"/>
              <a:t> </a:t>
            </a:r>
            <a:r>
              <a:rPr lang="de-DE" b="1" i="1" dirty="0" err="1"/>
              <a:t>générique</a:t>
            </a:r>
            <a:r>
              <a:rPr lang="de-DE" b="1" i="1" dirty="0"/>
              <a:t> </a:t>
            </a:r>
            <a:r>
              <a:rPr lang="de-DE" b="1" i="1" dirty="0" err="1"/>
              <a:t>sur</a:t>
            </a:r>
            <a:r>
              <a:rPr lang="de-DE" b="1" i="1" dirty="0"/>
              <a:t> att48.tsp</a:t>
            </a:r>
          </a:p>
        </p:txBody>
      </p:sp>
      <p:pic>
        <p:nvPicPr>
          <p:cNvPr id="11" name="Grafik 10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4283D98E-76F1-662D-3052-D3CAA368F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8" y="3978431"/>
            <a:ext cx="12165123" cy="23148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16A35F1B-64B2-238E-A06A-9BBB055F600A}"/>
                  </a:ext>
                </a:extLst>
              </p14:cNvPr>
              <p14:cNvContentPartPr/>
              <p14:nvPr/>
            </p14:nvContentPartPr>
            <p14:xfrm>
              <a:off x="507627" y="1549160"/>
              <a:ext cx="3107520" cy="1692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16A35F1B-64B2-238E-A06A-9BBB055F6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627" y="1477160"/>
                <a:ext cx="3179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0D4473EB-4778-C128-2036-9415775E9D63}"/>
                  </a:ext>
                </a:extLst>
              </p14:cNvPr>
              <p14:cNvContentPartPr/>
              <p14:nvPr/>
            </p14:nvContentPartPr>
            <p14:xfrm>
              <a:off x="296307" y="4529600"/>
              <a:ext cx="3285360" cy="72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0D4473EB-4778-C128-2036-9415775E9D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307" y="4385600"/>
                <a:ext cx="3357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274E321B-9575-606A-C3EA-65A670616B06}"/>
                  </a:ext>
                </a:extLst>
              </p14:cNvPr>
              <p14:cNvContentPartPr/>
              <p14:nvPr/>
            </p14:nvContentPartPr>
            <p14:xfrm>
              <a:off x="3589947" y="4554800"/>
              <a:ext cx="360" cy="360"/>
            </p14:xfrm>
          </p:contentPart>
        </mc:Choice>
        <mc:Fallback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274E321B-9575-606A-C3EA-65A670616B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53947" y="4483160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97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1961AC3-7AAE-D523-0084-349F9711E178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Brute </a:t>
            </a:r>
            <a:r>
              <a:rPr lang="de-DE" b="1" i="1" dirty="0" err="1"/>
              <a:t>force</a:t>
            </a:r>
            <a:r>
              <a:rPr lang="de-DE" b="1" i="1" dirty="0"/>
              <a:t>  (</a:t>
            </a:r>
            <a:r>
              <a:rPr lang="de-DE" b="1" i="1" dirty="0" err="1"/>
              <a:t>language</a:t>
            </a:r>
            <a:r>
              <a:rPr lang="de-DE" b="1" i="1" dirty="0"/>
              <a:t> C)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929CED-25C3-874C-DFBB-2C567E7D2EF0}"/>
              </a:ext>
            </a:extLst>
          </p:cNvPr>
          <p:cNvSpPr txBox="1"/>
          <p:nvPr/>
        </p:nvSpPr>
        <p:spPr>
          <a:xfrm>
            <a:off x="296333" y="355388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Brute </a:t>
            </a:r>
            <a:r>
              <a:rPr lang="de-DE" b="1" i="1" dirty="0" err="1"/>
              <a:t>force</a:t>
            </a:r>
            <a:r>
              <a:rPr lang="de-DE" b="1" i="1" dirty="0"/>
              <a:t>  (</a:t>
            </a:r>
            <a:r>
              <a:rPr lang="de-DE" b="1" i="1" dirty="0" err="1"/>
              <a:t>language</a:t>
            </a:r>
            <a:r>
              <a:rPr lang="de-DE" b="1" i="1" dirty="0"/>
              <a:t> Python)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F899A04-D5DD-5674-DF1C-3EC13F176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4291420"/>
            <a:ext cx="12192000" cy="16279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75B61F1-EC39-22FE-74E9-9E0FF8D0B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33" y="938620"/>
            <a:ext cx="7287642" cy="20862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3BD5BC5D-AFAA-3792-491F-A957D0167FE8}"/>
                  </a:ext>
                </a:extLst>
              </p14:cNvPr>
              <p14:cNvContentPartPr/>
              <p14:nvPr/>
            </p14:nvContentPartPr>
            <p14:xfrm>
              <a:off x="1574307" y="2133080"/>
              <a:ext cx="372960" cy="720"/>
            </p14:xfrm>
          </p:contentPart>
        </mc:Choice>
        <mc:Fallback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3BD5BC5D-AFAA-3792-491F-A957D0167F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8667" y="1989080"/>
                <a:ext cx="444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9DC8AF09-B850-2956-C558-BAAC8649037F}"/>
                  </a:ext>
                </a:extLst>
              </p14:cNvPr>
              <p14:cNvContentPartPr/>
              <p14:nvPr/>
            </p14:nvContentPartPr>
            <p14:xfrm>
              <a:off x="1202067" y="5418440"/>
              <a:ext cx="448920" cy="17280"/>
            </p14:xfrm>
          </p:contentPart>
        </mc:Choice>
        <mc:Fallback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9DC8AF09-B850-2956-C558-BAAC864903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6067" y="5346440"/>
                <a:ext cx="5205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5558A191-AC73-F52C-A5AF-0C11816EC5BC}"/>
                  </a:ext>
                </a:extLst>
              </p14:cNvPr>
              <p14:cNvContentPartPr/>
              <p14:nvPr/>
            </p14:nvContentPartPr>
            <p14:xfrm>
              <a:off x="1574307" y="2345120"/>
              <a:ext cx="652680" cy="720"/>
            </p14:xfrm>
          </p:contentPart>
        </mc:Choice>
        <mc:Fallback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5558A191-AC73-F52C-A5AF-0C11816EC5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38667" y="2201120"/>
                <a:ext cx="7243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C6F1641E-C6A8-C3AD-EA51-E994CD5270E6}"/>
                  </a:ext>
                </a:extLst>
              </p14:cNvPr>
              <p14:cNvContentPartPr/>
              <p14:nvPr/>
            </p14:nvContentPartPr>
            <p14:xfrm>
              <a:off x="981747" y="5621480"/>
              <a:ext cx="1566720" cy="25920"/>
            </p14:xfrm>
          </p:contentPart>
        </mc:Choice>
        <mc:Fallback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C6F1641E-C6A8-C3AD-EA51-E994CD5270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5747" y="5549840"/>
                <a:ext cx="163836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88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06265F2-DC42-7082-F1DB-B8B775AE53FC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 err="1"/>
              <a:t>Généricité</a:t>
            </a:r>
            <a:r>
              <a:rPr lang="de-DE" b="1" i="1" dirty="0"/>
              <a:t> de la </a:t>
            </a:r>
            <a:r>
              <a:rPr lang="de-DE" b="1" i="1" dirty="0" err="1"/>
              <a:t>brute</a:t>
            </a:r>
            <a:r>
              <a:rPr lang="de-DE" b="1" i="1" dirty="0"/>
              <a:t> </a:t>
            </a:r>
            <a:r>
              <a:rPr lang="de-DE" b="1" i="1" dirty="0" err="1"/>
              <a:t>force</a:t>
            </a:r>
            <a:r>
              <a:rPr lang="de-DE" b="1" i="1" dirty="0"/>
              <a:t> </a:t>
            </a:r>
          </a:p>
        </p:txBody>
      </p:sp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5C7077E-F5DF-8BAC-7CC8-946F4392F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902110"/>
            <a:ext cx="6906589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36989920-1051-C25C-DD8B-744B79211AAD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Random Walk att48.tsp (  </a:t>
            </a:r>
            <a:r>
              <a:rPr lang="de-DE" b="1" i="1" dirty="0" err="1"/>
              <a:t>language</a:t>
            </a:r>
            <a:r>
              <a:rPr lang="de-DE" b="1" i="1" dirty="0"/>
              <a:t> C) 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F19CB2-F24A-F703-97B7-549C10C2F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3929"/>
            <a:ext cx="12192000" cy="123350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AF3F45E-591D-8820-52E0-61E807219B1A}"/>
              </a:ext>
            </a:extLst>
          </p:cNvPr>
          <p:cNvSpPr txBox="1"/>
          <p:nvPr/>
        </p:nvSpPr>
        <p:spPr>
          <a:xfrm>
            <a:off x="296332" y="271441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Random Walk </a:t>
            </a:r>
            <a:r>
              <a:rPr lang="de-DE" b="1" i="1" dirty="0" err="1"/>
              <a:t>avec</a:t>
            </a:r>
            <a:r>
              <a:rPr lang="de-DE" b="1" i="1" dirty="0"/>
              <a:t> 2opt att48.tsp (  </a:t>
            </a:r>
            <a:r>
              <a:rPr lang="de-DE" b="1" i="1" dirty="0" err="1"/>
              <a:t>language</a:t>
            </a:r>
            <a:r>
              <a:rPr lang="de-DE" b="1" i="1" dirty="0"/>
              <a:t> C)  </a:t>
            </a:r>
          </a:p>
        </p:txBody>
      </p:sp>
      <p:pic>
        <p:nvPicPr>
          <p:cNvPr id="11" name="Grafik 10" descr="Ein Bild, das Text, Schrift, Algebra, Screenshot enthält.&#10;&#10;KI-generierte Inhalte können fehlerhaft sein.">
            <a:extLst>
              <a:ext uri="{FF2B5EF4-FFF2-40B4-BE49-F238E27FC236}">
                <a16:creationId xmlns:a16="http://schemas.microsoft.com/office/drawing/2014/main" id="{C948E17E-8E53-4B45-FF0D-4F1ACA2A3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3429000"/>
            <a:ext cx="12192000" cy="21484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9E9FD80D-17CA-0E76-3968-F8F40C70B9FB}"/>
                  </a:ext>
                </a:extLst>
              </p14:cNvPr>
              <p14:cNvContentPartPr/>
              <p14:nvPr/>
            </p14:nvContentPartPr>
            <p14:xfrm>
              <a:off x="1151307" y="1913120"/>
              <a:ext cx="440280" cy="36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9E9FD80D-17CA-0E76-3968-F8F40C70B9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667" y="1841120"/>
                <a:ext cx="511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038FDE15-6830-BA35-C5E0-0C82632BE118}"/>
                  </a:ext>
                </a:extLst>
              </p14:cNvPr>
              <p14:cNvContentPartPr/>
              <p14:nvPr/>
            </p14:nvContentPartPr>
            <p14:xfrm>
              <a:off x="1117467" y="4258520"/>
              <a:ext cx="406800" cy="8640"/>
            </p14:xfrm>
          </p:contentPart>
        </mc:Choice>
        <mc:Fallback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038FDE15-6830-BA35-C5E0-0C82632BE1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1467" y="4186520"/>
                <a:ext cx="47844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387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6B67139-242F-B5D8-D510-A656057A379B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Random Walk att48.tsp (  </a:t>
            </a:r>
            <a:r>
              <a:rPr lang="de-DE" dirty="0" err="1"/>
              <a:t>language</a:t>
            </a:r>
            <a:r>
              <a:rPr lang="de-DE" dirty="0"/>
              <a:t>  Python) 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E617946-6579-41FF-0DFF-392C73FAB940}"/>
              </a:ext>
            </a:extLst>
          </p:cNvPr>
          <p:cNvSpPr txBox="1"/>
          <p:nvPr/>
        </p:nvSpPr>
        <p:spPr>
          <a:xfrm>
            <a:off x="296332" y="3641652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Random Walk </a:t>
            </a:r>
            <a:r>
              <a:rPr lang="de-DE" dirty="0" err="1"/>
              <a:t>avec</a:t>
            </a:r>
            <a:r>
              <a:rPr lang="de-DE" dirty="0"/>
              <a:t> 2opt att48.tsp (  </a:t>
            </a:r>
            <a:r>
              <a:rPr lang="de-DE" dirty="0" err="1"/>
              <a:t>language</a:t>
            </a:r>
            <a:r>
              <a:rPr lang="de-DE" dirty="0"/>
              <a:t> Python)  </a:t>
            </a:r>
          </a:p>
        </p:txBody>
      </p:sp>
      <p:pic>
        <p:nvPicPr>
          <p:cNvPr id="7" name="Grafik 6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4378290F-FEA3-C928-DB2F-B7CD64364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84423"/>
            <a:ext cx="12279443" cy="1763083"/>
          </a:xfrm>
          <a:prstGeom prst="rect">
            <a:avLst/>
          </a:prstGeom>
        </p:spPr>
      </p:pic>
      <p:pic>
        <p:nvPicPr>
          <p:cNvPr id="9" name="Grafik 8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F0331AF8-A6D7-7DC4-6306-E52DE37A0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77846"/>
            <a:ext cx="12192000" cy="17908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8035703A-4734-7355-D4C8-11EAAA3BF430}"/>
                  </a:ext>
                </a:extLst>
              </p14:cNvPr>
              <p14:cNvContentPartPr/>
              <p14:nvPr/>
            </p14:nvContentPartPr>
            <p14:xfrm>
              <a:off x="1024227" y="2040200"/>
              <a:ext cx="415800" cy="72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8035703A-4734-7355-D4C8-11EAAA3BF4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227" y="1896920"/>
                <a:ext cx="4874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C95F262E-8C5C-87A5-1B24-02BDBF6CBA50}"/>
                  </a:ext>
                </a:extLst>
              </p14:cNvPr>
              <p14:cNvContentPartPr/>
              <p14:nvPr/>
            </p14:nvContentPartPr>
            <p14:xfrm>
              <a:off x="956547" y="5418440"/>
              <a:ext cx="398520" cy="8640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C95F262E-8C5C-87A5-1B24-02BDBF6CBA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907" y="5346440"/>
                <a:ext cx="4701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2C72D57A-FBA3-8258-1510-E72CAEF07B3B}"/>
                  </a:ext>
                </a:extLst>
              </p14:cNvPr>
              <p14:cNvContentPartPr/>
              <p14:nvPr/>
            </p14:nvContentPartPr>
            <p14:xfrm>
              <a:off x="803907" y="2226320"/>
              <a:ext cx="1414440" cy="17640"/>
            </p14:xfrm>
          </p:contentPart>
        </mc:Choice>
        <mc:Fallback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2C72D57A-FBA3-8258-1510-E72CAEF07B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8267" y="2154680"/>
                <a:ext cx="14860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5FE1FA60-D0A1-F7DA-3DF1-80F966C70A7D}"/>
                  </a:ext>
                </a:extLst>
              </p14:cNvPr>
              <p14:cNvContentPartPr/>
              <p14:nvPr/>
            </p14:nvContentPartPr>
            <p14:xfrm>
              <a:off x="727587" y="5621480"/>
              <a:ext cx="695160" cy="720"/>
            </p14:xfrm>
          </p:contentPart>
        </mc:Choice>
        <mc:Fallback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5FE1FA60-D0A1-F7DA-3DF1-80F966C70A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1947" y="5477480"/>
                <a:ext cx="76680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71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819A90D-2648-A72C-13F2-2513A3A1C0DC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Plus </a:t>
            </a:r>
            <a:r>
              <a:rPr lang="de-DE" b="1" i="1" dirty="0" err="1"/>
              <a:t>proche</a:t>
            </a:r>
            <a:r>
              <a:rPr lang="de-DE" b="1" i="1" dirty="0"/>
              <a:t> </a:t>
            </a:r>
            <a:r>
              <a:rPr lang="de-DE" b="1" i="1" dirty="0" err="1"/>
              <a:t>voisin</a:t>
            </a:r>
            <a:r>
              <a:rPr lang="de-DE" b="1" i="1" dirty="0"/>
              <a:t> att48.tsp (  </a:t>
            </a:r>
            <a:r>
              <a:rPr lang="de-DE" b="1" i="1" dirty="0" err="1"/>
              <a:t>language</a:t>
            </a:r>
            <a:r>
              <a:rPr lang="de-DE" b="1" i="1" dirty="0"/>
              <a:t> C) 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BA5F9D9-ABA7-B1EB-44E0-77DF9A04B570}"/>
              </a:ext>
            </a:extLst>
          </p:cNvPr>
          <p:cNvSpPr txBox="1"/>
          <p:nvPr/>
        </p:nvSpPr>
        <p:spPr>
          <a:xfrm>
            <a:off x="296332" y="3521542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Plus </a:t>
            </a:r>
            <a:r>
              <a:rPr lang="de-DE" b="1" i="1" dirty="0" err="1"/>
              <a:t>proche</a:t>
            </a:r>
            <a:r>
              <a:rPr lang="de-DE" b="1" i="1" dirty="0"/>
              <a:t> </a:t>
            </a:r>
            <a:r>
              <a:rPr lang="de-DE" b="1" i="1" dirty="0" err="1"/>
              <a:t>voisin</a:t>
            </a:r>
            <a:r>
              <a:rPr lang="de-DE" b="1" i="1" dirty="0"/>
              <a:t> </a:t>
            </a:r>
            <a:r>
              <a:rPr lang="de-DE" b="1" i="1" dirty="0" err="1"/>
              <a:t>avec</a:t>
            </a:r>
            <a:r>
              <a:rPr lang="de-DE" b="1" i="1" dirty="0"/>
              <a:t> 2opt att48.tsp (  </a:t>
            </a:r>
            <a:r>
              <a:rPr lang="de-DE" b="1" i="1" dirty="0" err="1"/>
              <a:t>language</a:t>
            </a:r>
            <a:r>
              <a:rPr lang="de-DE" b="1" i="1" dirty="0"/>
              <a:t> C)  </a:t>
            </a:r>
          </a:p>
        </p:txBody>
      </p:sp>
      <p:pic>
        <p:nvPicPr>
          <p:cNvPr id="7" name="Grafik 6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C6AD159D-9E87-3CF3-BC6E-410D1C621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1050"/>
            <a:ext cx="12192000" cy="1786374"/>
          </a:xfrm>
          <a:prstGeom prst="rect">
            <a:avLst/>
          </a:prstGeom>
        </p:spPr>
      </p:pic>
      <p:pic>
        <p:nvPicPr>
          <p:cNvPr id="9" name="Grafik 8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DEF60AE1-808C-320B-9583-B292D04DC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00579"/>
            <a:ext cx="12192000" cy="16379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D95FD1AC-3552-21EF-CABB-DBA5932ED417}"/>
                  </a:ext>
                </a:extLst>
              </p14:cNvPr>
              <p14:cNvContentPartPr/>
              <p14:nvPr/>
            </p14:nvContentPartPr>
            <p14:xfrm>
              <a:off x="1058067" y="2065760"/>
              <a:ext cx="516960" cy="72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D95FD1AC-3552-21EF-CABB-DBA5932ED4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2067" y="1921760"/>
                <a:ext cx="588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5696F6DA-C4E3-D1EC-4FB2-418C42AD7FEA}"/>
                  </a:ext>
                </a:extLst>
              </p14:cNvPr>
              <p14:cNvContentPartPr/>
              <p14:nvPr/>
            </p14:nvContentPartPr>
            <p14:xfrm>
              <a:off x="1100547" y="5215400"/>
              <a:ext cx="474120" cy="2592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5696F6DA-C4E3-D1EC-4FB2-418C42AD7F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4907" y="5143400"/>
                <a:ext cx="54576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632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2D7FFFD-14EF-4225-F1C8-0E7579059265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Plus </a:t>
            </a:r>
            <a:r>
              <a:rPr lang="de-DE" b="1" i="1" dirty="0" err="1"/>
              <a:t>proche</a:t>
            </a:r>
            <a:r>
              <a:rPr lang="de-DE" b="1" i="1" dirty="0"/>
              <a:t> </a:t>
            </a:r>
            <a:r>
              <a:rPr lang="de-DE" b="1" i="1" dirty="0" err="1"/>
              <a:t>voisin</a:t>
            </a:r>
            <a:r>
              <a:rPr lang="de-DE" b="1" i="1" dirty="0"/>
              <a:t> att48.tsp (  </a:t>
            </a:r>
            <a:r>
              <a:rPr lang="de-DE" b="1" i="1" dirty="0" err="1"/>
              <a:t>language</a:t>
            </a:r>
            <a:r>
              <a:rPr lang="de-DE" b="1" i="1" dirty="0"/>
              <a:t> Python) 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62F6A1-5334-CAA0-50D3-C67F47B0C84F}"/>
              </a:ext>
            </a:extLst>
          </p:cNvPr>
          <p:cNvSpPr txBox="1"/>
          <p:nvPr/>
        </p:nvSpPr>
        <p:spPr>
          <a:xfrm>
            <a:off x="296332" y="3638500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/>
              <a:t>Plus </a:t>
            </a:r>
            <a:r>
              <a:rPr lang="de-DE" b="1" i="1" dirty="0" err="1"/>
              <a:t>proche</a:t>
            </a:r>
            <a:r>
              <a:rPr lang="de-DE" b="1" i="1" dirty="0"/>
              <a:t> </a:t>
            </a:r>
            <a:r>
              <a:rPr lang="de-DE" b="1" i="1" dirty="0" err="1"/>
              <a:t>voisin</a:t>
            </a:r>
            <a:r>
              <a:rPr lang="de-DE" b="1" i="1" dirty="0"/>
              <a:t> </a:t>
            </a:r>
            <a:r>
              <a:rPr lang="de-DE" b="1" i="1" dirty="0" err="1"/>
              <a:t>avec</a:t>
            </a:r>
            <a:r>
              <a:rPr lang="de-DE" b="1" i="1" dirty="0"/>
              <a:t> 2opt att48.tsp (  </a:t>
            </a:r>
            <a:r>
              <a:rPr lang="de-DE" b="1" i="1" dirty="0" err="1"/>
              <a:t>language</a:t>
            </a:r>
            <a:r>
              <a:rPr lang="de-DE" b="1" i="1" dirty="0"/>
              <a:t> Python)  </a:t>
            </a:r>
          </a:p>
        </p:txBody>
      </p:sp>
      <p:pic>
        <p:nvPicPr>
          <p:cNvPr id="7" name="Grafik 6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16581DF0-3CDC-BB47-4B59-79A2DF2AD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2042"/>
            <a:ext cx="12192000" cy="20540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2C4182-1EB9-7956-C986-2E9D2AA9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2"/>
            <a:ext cx="12192000" cy="1828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298C8BCF-FBBE-1215-9C64-B81DBE721357}"/>
                  </a:ext>
                </a:extLst>
              </p14:cNvPr>
              <p14:cNvContentPartPr/>
              <p14:nvPr/>
            </p14:nvContentPartPr>
            <p14:xfrm>
              <a:off x="939267" y="2124800"/>
              <a:ext cx="525600" cy="864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298C8BCF-FBBE-1215-9C64-B81DBE7213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627" y="2052800"/>
                <a:ext cx="5972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B283ABC9-EB55-6861-3EBD-203443463B8A}"/>
                  </a:ext>
                </a:extLst>
              </p14:cNvPr>
              <p14:cNvContentPartPr/>
              <p14:nvPr/>
            </p14:nvContentPartPr>
            <p14:xfrm>
              <a:off x="905787" y="5409800"/>
              <a:ext cx="457560" cy="255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B283ABC9-EB55-6861-3EBD-203443463B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9787" y="5338160"/>
                <a:ext cx="529200" cy="1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54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8D2FC43-F4BD-3E18-9B63-C4B0C27D0325}"/>
              </a:ext>
            </a:extLst>
          </p:cNvPr>
          <p:cNvSpPr txBox="1"/>
          <p:nvPr/>
        </p:nvSpPr>
        <p:spPr>
          <a:xfrm>
            <a:off x="296333" y="296333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 err="1"/>
              <a:t>Algorihme</a:t>
            </a:r>
            <a:r>
              <a:rPr lang="de-DE" b="1" i="1" dirty="0"/>
              <a:t> </a:t>
            </a:r>
            <a:r>
              <a:rPr lang="de-DE" b="1" i="1" dirty="0" err="1"/>
              <a:t>générique</a:t>
            </a:r>
            <a:r>
              <a:rPr lang="de-DE" b="1" i="1" dirty="0"/>
              <a:t> att48.tsp (  </a:t>
            </a:r>
            <a:r>
              <a:rPr lang="de-DE" b="1" i="1" dirty="0" err="1"/>
              <a:t>language</a:t>
            </a:r>
            <a:r>
              <a:rPr lang="de-DE" b="1" i="1" dirty="0"/>
              <a:t> C)  </a:t>
            </a:r>
          </a:p>
        </p:txBody>
      </p:sp>
      <p:pic>
        <p:nvPicPr>
          <p:cNvPr id="6" name="Grafik 5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C518C2CD-E503-3C7D-1739-BF78AC50C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897297"/>
            <a:ext cx="12192000" cy="177156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BCB045F-02DC-49AF-3E4F-E107DEAC7E78}"/>
              </a:ext>
            </a:extLst>
          </p:cNvPr>
          <p:cNvSpPr txBox="1"/>
          <p:nvPr/>
        </p:nvSpPr>
        <p:spPr>
          <a:xfrm>
            <a:off x="111760" y="3059668"/>
            <a:ext cx="63330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i="1" dirty="0" err="1"/>
              <a:t>Algorihme</a:t>
            </a:r>
            <a:r>
              <a:rPr lang="de-DE" b="1" i="1" dirty="0"/>
              <a:t> </a:t>
            </a:r>
            <a:r>
              <a:rPr lang="de-DE" b="1" i="1" dirty="0" err="1"/>
              <a:t>générique</a:t>
            </a:r>
            <a:r>
              <a:rPr lang="de-DE" b="1" i="1" dirty="0"/>
              <a:t> att48.tsp (  </a:t>
            </a:r>
            <a:r>
              <a:rPr lang="de-DE" b="1" i="1" dirty="0" err="1"/>
              <a:t>language</a:t>
            </a:r>
            <a:r>
              <a:rPr lang="de-DE" b="1" i="1" dirty="0"/>
              <a:t>  </a:t>
            </a:r>
            <a:r>
              <a:rPr lang="de-DE" b="1" i="1" dirty="0" err="1"/>
              <a:t>Phyton</a:t>
            </a:r>
            <a:r>
              <a:rPr lang="de-DE" b="1" i="1" dirty="0"/>
              <a:t>) 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239CEC9-3412-6B53-431C-9920376A4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5986"/>
            <a:ext cx="12192000" cy="21947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F58F9616-D194-0D8D-2226-0C95A16003B7}"/>
                  </a:ext>
                </a:extLst>
              </p14:cNvPr>
              <p14:cNvContentPartPr/>
              <p14:nvPr/>
            </p14:nvContentPartPr>
            <p14:xfrm>
              <a:off x="990027" y="1845800"/>
              <a:ext cx="474840" cy="864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F58F9616-D194-0D8D-2226-0C95A16003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4387" y="1773800"/>
                <a:ext cx="5464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D3A4A58B-658A-AE7D-3B76-95501C52A7B7}"/>
                  </a:ext>
                </a:extLst>
              </p14:cNvPr>
              <p14:cNvContentPartPr/>
              <p14:nvPr/>
            </p14:nvContentPartPr>
            <p14:xfrm>
              <a:off x="1083267" y="2031560"/>
              <a:ext cx="508320" cy="36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D3A4A58B-658A-AE7D-3B76-95501C52A7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7627" y="1959920"/>
                <a:ext cx="579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C8BCBD21-D7E6-A727-4F05-3F3A57784C7F}"/>
                  </a:ext>
                </a:extLst>
              </p14:cNvPr>
              <p14:cNvContentPartPr/>
              <p14:nvPr/>
            </p14:nvContentPartPr>
            <p14:xfrm>
              <a:off x="939267" y="4995080"/>
              <a:ext cx="424080" cy="2556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C8BCBD21-D7E6-A727-4F05-3F3A57784C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3627" y="4923440"/>
                <a:ext cx="495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5155F6A2-2DBD-7C54-E908-CD12F9D57E25}"/>
                  </a:ext>
                </a:extLst>
              </p14:cNvPr>
              <p14:cNvContentPartPr/>
              <p14:nvPr/>
            </p14:nvContentPartPr>
            <p14:xfrm>
              <a:off x="736227" y="5189840"/>
              <a:ext cx="1355400" cy="864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5155F6A2-2DBD-7C54-E908-CD12F9D57E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0227" y="5118200"/>
                <a:ext cx="142704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07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0CF2D917-0ED5-8510-C0F2-3D3625A41013}"/>
              </a:ext>
            </a:extLst>
          </p:cNvPr>
          <p:cNvSpPr txBox="1"/>
          <p:nvPr/>
        </p:nvSpPr>
        <p:spPr>
          <a:xfrm>
            <a:off x="3050412" y="2979336"/>
            <a:ext cx="570972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solidFill>
                  <a:schemeClr val="tx2"/>
                </a:solidFill>
              </a:rPr>
              <a:t>Fin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Merci pour votre attention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633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Breitbild</PresentationFormat>
  <Paragraphs>22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Projet Avancée CC3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Dunant Tonfack</dc:creator>
  <cp:lastModifiedBy>Dunant Tonfack</cp:lastModifiedBy>
  <cp:revision>7</cp:revision>
  <dcterms:created xsi:type="dcterms:W3CDTF">2025-11-18T18:46:30Z</dcterms:created>
  <dcterms:modified xsi:type="dcterms:W3CDTF">2025-11-20T11:49:10Z</dcterms:modified>
</cp:coreProperties>
</file>