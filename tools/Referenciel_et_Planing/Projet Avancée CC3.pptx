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5" r:id="rId5"/>
    <p:sldId id="258" r:id="rId6"/>
    <p:sldId id="260" r:id="rId7"/>
    <p:sldId id="261" r:id="rId8"/>
    <p:sldId id="262" r:id="rId9"/>
    <p:sldId id="263" r:id="rId10"/>
    <p:sldId id="264" r:id="rId1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sp" id="{4CE48871-1116-48F4-B40B-95CF4DA61F98}">
          <p14:sldIdLst>
            <p14:sldId id="256"/>
          </p14:sldIdLst>
        </p14:section>
        <p14:section name="TestsDeCalculDesDistances" id="{750CCDBB-9AE5-4DD1-B1A3-D602840386FB}">
          <p14:sldIdLst>
            <p14:sldId id="257"/>
          </p14:sldIdLst>
        </p14:section>
        <p14:section name="ctrl c" id="{116FAB29-6B67-49C5-B585-0594ABDAAB1F}">
          <p14:sldIdLst>
            <p14:sldId id="259"/>
          </p14:sldIdLst>
        </p14:section>
        <p14:section name="brute force" id="{F2C5C53C-EAF1-441D-8D6A-BD20E33EA209}">
          <p14:sldIdLst>
            <p14:sldId id="265"/>
          </p14:sldIdLst>
        </p14:section>
        <p14:section name="forceBruteGenerique" id="{C5CB8F3A-2D95-4E7E-AEFE-A91ACF36F0D6}">
          <p14:sldIdLst>
            <p14:sldId id="258"/>
          </p14:sldIdLst>
        </p14:section>
        <p14:section name="rw et 2opt" id="{9FC3A22E-DCA9-4474-BD6D-A07083807624}">
          <p14:sldIdLst>
            <p14:sldId id="260"/>
            <p14:sldId id="261"/>
          </p14:sldIdLst>
        </p14:section>
        <p14:section name="nn et 2opt" id="{3705B3DA-0C76-4ADC-BF29-F08F7C931711}">
          <p14:sldIdLst>
            <p14:sldId id="262"/>
            <p14:sldId id="263"/>
          </p14:sldIdLst>
        </p14:section>
        <p14:section name="Algo générique" id="{CD597A1D-9108-4448-A7C8-99AE9FCA4174}">
          <p14:sldIdLst>
            <p14:sldId id="264"/>
          </p14:sldIdLst>
        </p14:section>
        <p14:section name="Abschnitt ohne Titel" id="{324C23CE-14C0-4373-895F-63EA441EBC38}">
          <p14:sldIdLst/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80" d="100"/>
          <a:sy n="80" d="100"/>
        </p:scale>
        <p:origin x="58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786636-CC77-5718-734A-79E86F0CE0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998F2D3-BD87-9BAE-F620-0BA9317A18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CD989D3-4830-504A-F4D6-D7CB97AAA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0CA8C-FDB1-4B31-AC60-C65CAB4A7A5C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CE32C11-F0D6-139A-8916-6A178F5F65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643DA44-4B02-7C9E-3412-B054FC372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0A3A0-C9F1-49B2-9E9C-81D1727ED12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8084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8C58DC-CA13-A7E2-0FA3-7EAE004F6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3494A0F-6ACB-2A89-0FF3-B71B8AD729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489C528-95EF-5EC6-98A0-E9BF6ECE1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0CA8C-FDB1-4B31-AC60-C65CAB4A7A5C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9812A21-F24E-8BF8-2C72-1EBF4D246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14239DD-4677-8BDE-A253-C574DA58B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0A3A0-C9F1-49B2-9E9C-81D1727ED12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74318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6F6285-C64E-7F12-32E1-569B6DDD2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C8BE281-B1AC-88EB-85CA-1E4F3AD0C0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89CD51-11E0-D920-3A75-FFA2C12FFB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0CA8C-FDB1-4B31-AC60-C65CAB4A7A5C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6B584B-CDD3-C2BC-DE84-6B63F9C8D5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CC46E3F-CF57-04E8-8BED-3C2968BBA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0A3A0-C9F1-49B2-9E9C-81D1727ED12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104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7586C6-CA86-0E43-475E-64A4A3694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1E6A3C3-A879-50E0-1648-272464335C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FB57FF3-84DC-CF9B-6F1F-B6D245A91E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2532EC1-8ED5-ECF6-D500-A35EEE916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0CA8C-FDB1-4B31-AC60-C65CAB4A7A5C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2848539-9FB0-EF19-0735-34E4AC0B1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C7A430A-284F-A907-0ABD-856EE7D71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0A3A0-C9F1-49B2-9E9C-81D1727ED12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52173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0E9A89-648B-E087-77EA-3BDB68F79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BCAB8EC-6AA1-DD98-C7F8-C638B9FA57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3DC52C3-3663-C786-039E-B0044BD856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79B12D8-C23B-6705-6357-3A3926D59A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57C8859-795C-527E-D9E2-E5B6D0D45D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DC87B9E-1C06-3A08-A168-59A033886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0CA8C-FDB1-4B31-AC60-C65CAB4A7A5C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0E8D0E5-687E-2C93-0124-6CECD74F5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8A482592-3FAF-D6D9-03F7-12C71BA85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0A3A0-C9F1-49B2-9E9C-81D1727ED12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41816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95AF33-C3D0-F2A8-F706-602466875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96173E8-C545-B73D-06A6-A4FAE55B6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0CA8C-FDB1-4B31-AC60-C65CAB4A7A5C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3A85B6C-CA0C-B579-AE24-ACFCB06D3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7B4CD72-C918-B236-C097-25C36304F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0A3A0-C9F1-49B2-9E9C-81D1727ED12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11797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F1C7039-3C56-180C-FC2F-0557FC07E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0CA8C-FDB1-4B31-AC60-C65CAB4A7A5C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5E21F5E-2A46-5486-9886-DFECF72FA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6C86224-E16A-0F8E-E969-85853E529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0A3A0-C9F1-49B2-9E9C-81D1727ED12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191059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08B4856-199F-EFEA-0BA6-F7C3286BB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8B1E26-6AC0-3AEA-9EDB-8F43CE069B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B0D14C1-A9F1-576A-2104-7C56175A4B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6BADE4F-737C-FFF9-EA34-89C344433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0CA8C-FDB1-4B31-AC60-C65CAB4A7A5C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3614249-14D3-C104-05BC-4A8E76D3E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C12F232-BBB8-0A0A-E02F-831562950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0A3A0-C9F1-49B2-9E9C-81D1727ED12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338533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158E74-78F2-FED3-585E-1B0FE70E1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81FC4BF-6DF7-3964-012B-894E95B5AB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F5553FA-888D-5D09-750C-BD287F742F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E8DB25B-B270-7FFB-9AF4-8E86818B2C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0CA8C-FDB1-4B31-AC60-C65CAB4A7A5C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29C035C-8AFF-744A-FC48-94436CE09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0B413D0-25AB-1FEA-D67E-DBEBB964B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0A3A0-C9F1-49B2-9E9C-81D1727ED12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03005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025442-6739-D83C-AFC0-4D9CD0AD1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6236C41-0D22-E63E-2E51-F8CC7875B2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E3E59B-6CAF-3368-46E6-57B37BA7A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0CA8C-FDB1-4B31-AC60-C65CAB4A7A5C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E7036CA-67E9-F6DD-94AD-940F66CBB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C6859DC-639A-485D-5F56-0BE227E75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0A3A0-C9F1-49B2-9E9C-81D1727ED12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66209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992BC603-CC7E-7D96-65DC-9EB254B449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2226AFB-AC00-7043-FACA-5A405225B6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30C4A27-9B82-373D-9065-E6EC8F28B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0CA8C-FDB1-4B31-AC60-C65CAB4A7A5C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CDFDC83-123B-8E6A-36E2-78D00FC91C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B2938DE-D514-5902-01B0-AE0DD6DFF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0A3A0-C9F1-49B2-9E9C-81D1727ED12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926105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85B7E290-820C-A71B-A260-6EC187114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463B39D-D846-AFF6-3480-B66EC254BE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60CD638-15F3-C1CF-4170-B381A54F56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60CA8C-FDB1-4B31-AC60-C65CAB4A7A5C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49C829C-F239-A7E6-C073-B08B2B6DD0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A8B0133-938E-0D7B-00ED-997E9E8BD8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D0A3A0-C9F1-49B2-9E9C-81D1727ED12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57561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061F8C-A148-D5C3-9FD5-03F7955B592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/>
              <a:t>Projet</a:t>
            </a:r>
            <a:r>
              <a:rPr lang="de-DE" dirty="0"/>
              <a:t> </a:t>
            </a:r>
            <a:r>
              <a:rPr lang="de-DE" dirty="0" err="1"/>
              <a:t>Avancée</a:t>
            </a:r>
            <a:r>
              <a:rPr lang="de-DE" dirty="0"/>
              <a:t> CC3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6A17B73-3FA8-717D-11C3-7288227F463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Tests</a:t>
            </a:r>
          </a:p>
        </p:txBody>
      </p:sp>
    </p:spTree>
    <p:extLst>
      <p:ext uri="{BB962C8B-B14F-4D97-AF65-F5344CB8AC3E}">
        <p14:creationId xmlns:p14="http://schemas.microsoft.com/office/powerpoint/2010/main" val="30296804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9BD3169F-277E-AEA3-9460-37D12F1E04C6}"/>
              </a:ext>
            </a:extLst>
          </p:cNvPr>
          <p:cNvSpPr txBox="1"/>
          <p:nvPr/>
        </p:nvSpPr>
        <p:spPr>
          <a:xfrm>
            <a:off x="508000" y="304800"/>
            <a:ext cx="6934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Tests de nos </a:t>
            </a:r>
            <a:r>
              <a:rPr lang="de-DE" dirty="0" err="1"/>
              <a:t>différentes</a:t>
            </a:r>
            <a:r>
              <a:rPr lang="de-DE" dirty="0"/>
              <a:t> </a:t>
            </a:r>
            <a:r>
              <a:rPr lang="de-DE" dirty="0" err="1"/>
              <a:t>méthodes</a:t>
            </a:r>
            <a:endParaRPr lang="de-DE" dirty="0"/>
          </a:p>
        </p:txBody>
      </p:sp>
      <p:pic>
        <p:nvPicPr>
          <p:cNvPr id="6" name="Grafik 5" descr="Ein Bild, das Text, Schrift, Screenshot, weiß enthält.&#10;&#10;KI-generierte Inhalte können fehlerhaft sein.">
            <a:extLst>
              <a:ext uri="{FF2B5EF4-FFF2-40B4-BE49-F238E27FC236}">
                <a16:creationId xmlns:a16="http://schemas.microsoft.com/office/drawing/2014/main" id="{6AE96F25-6FA8-B4A4-13CB-D1C33A908F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999" y="975146"/>
            <a:ext cx="8867821" cy="1707094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9DEBD771-BFA9-1C21-1DDC-9C296EA82129}"/>
              </a:ext>
            </a:extLst>
          </p:cNvPr>
          <p:cNvSpPr txBox="1"/>
          <p:nvPr/>
        </p:nvSpPr>
        <p:spPr>
          <a:xfrm>
            <a:off x="508000" y="3059668"/>
            <a:ext cx="6934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Tests </a:t>
            </a:r>
            <a:r>
              <a:rPr lang="de-DE" dirty="0" err="1"/>
              <a:t>manuels</a:t>
            </a:r>
            <a:r>
              <a:rPr lang="de-DE" dirty="0"/>
              <a:t> de nos </a:t>
            </a:r>
            <a:r>
              <a:rPr lang="de-DE" dirty="0" err="1"/>
              <a:t>différentes</a:t>
            </a:r>
            <a:r>
              <a:rPr lang="de-DE" dirty="0"/>
              <a:t> </a:t>
            </a:r>
            <a:r>
              <a:rPr lang="de-DE" dirty="0" err="1"/>
              <a:t>méthodes</a:t>
            </a:r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646154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2A01AB30-797D-CF1A-2490-B5AD944E27BF}"/>
              </a:ext>
            </a:extLst>
          </p:cNvPr>
          <p:cNvSpPr txBox="1"/>
          <p:nvPr/>
        </p:nvSpPr>
        <p:spPr>
          <a:xfrm>
            <a:off x="321733" y="270935"/>
            <a:ext cx="6333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Ctrl</a:t>
            </a:r>
            <a:r>
              <a:rPr lang="de-DE" dirty="0"/>
              <a:t> C </a:t>
            </a:r>
            <a:r>
              <a:rPr lang="de-DE" dirty="0" err="1"/>
              <a:t>pour</a:t>
            </a:r>
            <a:r>
              <a:rPr lang="de-DE" dirty="0"/>
              <a:t> la </a:t>
            </a:r>
            <a:r>
              <a:rPr lang="de-DE" dirty="0" err="1"/>
              <a:t>force</a:t>
            </a:r>
            <a:r>
              <a:rPr lang="de-DE" dirty="0"/>
              <a:t> </a:t>
            </a:r>
            <a:r>
              <a:rPr lang="de-DE" dirty="0" err="1"/>
              <a:t>brute</a:t>
            </a:r>
            <a:r>
              <a:rPr lang="de-DE" dirty="0"/>
              <a:t> </a:t>
            </a:r>
          </a:p>
        </p:txBody>
      </p:sp>
      <p:pic>
        <p:nvPicPr>
          <p:cNvPr id="8" name="Grafik 7" descr="Ein Bild, das Text, Schrift, Screenshot, Algebra enthält.&#10;&#10;KI-generierte Inhalte können fehlerhaft sein.">
            <a:extLst>
              <a:ext uri="{FF2B5EF4-FFF2-40B4-BE49-F238E27FC236}">
                <a16:creationId xmlns:a16="http://schemas.microsoft.com/office/drawing/2014/main" id="{DBA106B1-76D2-59D3-C4CB-7D871D136C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947" y="986321"/>
            <a:ext cx="8707065" cy="2162477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9862489A-085F-28CB-8D35-6583F5BB0B02}"/>
              </a:ext>
            </a:extLst>
          </p:cNvPr>
          <p:cNvSpPr txBox="1"/>
          <p:nvPr/>
        </p:nvSpPr>
        <p:spPr>
          <a:xfrm>
            <a:off x="248947" y="3310186"/>
            <a:ext cx="6333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Ctrl</a:t>
            </a:r>
            <a:r>
              <a:rPr lang="de-DE" dirty="0"/>
              <a:t> C </a:t>
            </a:r>
            <a:r>
              <a:rPr lang="de-DE" dirty="0" err="1"/>
              <a:t>pour</a:t>
            </a:r>
            <a:r>
              <a:rPr lang="de-DE" dirty="0"/>
              <a:t> </a:t>
            </a:r>
            <a:r>
              <a:rPr lang="de-DE" dirty="0" err="1"/>
              <a:t>l‘algorithme</a:t>
            </a:r>
            <a:r>
              <a:rPr lang="de-DE" dirty="0"/>
              <a:t> </a:t>
            </a:r>
            <a:r>
              <a:rPr lang="de-DE" dirty="0" err="1"/>
              <a:t>générique</a:t>
            </a:r>
            <a:r>
              <a:rPr lang="de-DE" dirty="0"/>
              <a:t> </a:t>
            </a:r>
            <a:r>
              <a:rPr lang="de-DE" dirty="0" err="1"/>
              <a:t>sur</a:t>
            </a:r>
            <a:r>
              <a:rPr lang="de-DE" dirty="0"/>
              <a:t> att48.tsp</a:t>
            </a:r>
          </a:p>
        </p:txBody>
      </p:sp>
      <p:pic>
        <p:nvPicPr>
          <p:cNvPr id="11" name="Grafik 10" descr="Ein Bild, das Text, Schrift, Screenshot, Algebra enthält.&#10;&#10;KI-generierte Inhalte können fehlerhaft sein.">
            <a:extLst>
              <a:ext uri="{FF2B5EF4-FFF2-40B4-BE49-F238E27FC236}">
                <a16:creationId xmlns:a16="http://schemas.microsoft.com/office/drawing/2014/main" id="{4283D98E-76F1-662D-3052-D3CAA368F9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78" y="3978431"/>
            <a:ext cx="12165123" cy="2314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3978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A1961AC3-7AAE-D523-0084-349F9711E178}"/>
              </a:ext>
            </a:extLst>
          </p:cNvPr>
          <p:cNvSpPr txBox="1"/>
          <p:nvPr/>
        </p:nvSpPr>
        <p:spPr>
          <a:xfrm>
            <a:off x="296333" y="296333"/>
            <a:ext cx="6333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Brute </a:t>
            </a:r>
            <a:r>
              <a:rPr lang="de-DE" dirty="0" err="1"/>
              <a:t>force</a:t>
            </a:r>
            <a:r>
              <a:rPr lang="de-DE" dirty="0"/>
              <a:t>  (</a:t>
            </a:r>
            <a:r>
              <a:rPr lang="de-DE" dirty="0" err="1"/>
              <a:t>language</a:t>
            </a:r>
            <a:r>
              <a:rPr lang="de-DE" dirty="0"/>
              <a:t> C) 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C929CED-25C3-874C-DFBB-2C567E7D2EF0}"/>
              </a:ext>
            </a:extLst>
          </p:cNvPr>
          <p:cNvSpPr txBox="1"/>
          <p:nvPr/>
        </p:nvSpPr>
        <p:spPr>
          <a:xfrm>
            <a:off x="296333" y="3553883"/>
            <a:ext cx="6333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Brute </a:t>
            </a:r>
            <a:r>
              <a:rPr lang="de-DE" dirty="0" err="1"/>
              <a:t>force</a:t>
            </a:r>
            <a:r>
              <a:rPr lang="de-DE" dirty="0"/>
              <a:t>  (</a:t>
            </a:r>
            <a:r>
              <a:rPr lang="de-DE" dirty="0" err="1"/>
              <a:t>language</a:t>
            </a:r>
            <a:r>
              <a:rPr lang="de-DE" dirty="0"/>
              <a:t> Python) 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8F899A04-D5DD-5674-DF1C-3EC13F176A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50" y="4291420"/>
            <a:ext cx="12192000" cy="162796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C75B61F1-EC39-22FE-74E9-9E0FF8D0B2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333" y="938620"/>
            <a:ext cx="7287642" cy="208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58864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506265F2-DC42-7082-F1DB-B8B775AE53FC}"/>
              </a:ext>
            </a:extLst>
          </p:cNvPr>
          <p:cNvSpPr txBox="1"/>
          <p:nvPr/>
        </p:nvSpPr>
        <p:spPr>
          <a:xfrm>
            <a:off x="296333" y="296333"/>
            <a:ext cx="6333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Généricité</a:t>
            </a:r>
            <a:r>
              <a:rPr lang="de-DE" dirty="0"/>
              <a:t> de la </a:t>
            </a:r>
            <a:r>
              <a:rPr lang="de-DE" dirty="0" err="1"/>
              <a:t>brute</a:t>
            </a:r>
            <a:r>
              <a:rPr lang="de-DE" dirty="0"/>
              <a:t> </a:t>
            </a:r>
            <a:r>
              <a:rPr lang="de-DE" dirty="0" err="1"/>
              <a:t>force</a:t>
            </a:r>
            <a:r>
              <a:rPr lang="de-DE" dirty="0"/>
              <a:t> </a:t>
            </a:r>
          </a:p>
        </p:txBody>
      </p:sp>
      <p:pic>
        <p:nvPicPr>
          <p:cNvPr id="6" name="Grafik 5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85C7077E-F5DF-8BAC-7CC8-946F4392F8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333" y="935976"/>
            <a:ext cx="6906589" cy="2943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983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feld 5">
            <a:extLst>
              <a:ext uri="{FF2B5EF4-FFF2-40B4-BE49-F238E27FC236}">
                <a16:creationId xmlns:a16="http://schemas.microsoft.com/office/drawing/2014/main" id="{36989920-1051-C25C-DD8B-744B79211AAD}"/>
              </a:ext>
            </a:extLst>
          </p:cNvPr>
          <p:cNvSpPr txBox="1"/>
          <p:nvPr/>
        </p:nvSpPr>
        <p:spPr>
          <a:xfrm>
            <a:off x="296333" y="296333"/>
            <a:ext cx="6333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Random Walk att48.tsp (  </a:t>
            </a:r>
            <a:r>
              <a:rPr lang="de-DE" dirty="0" err="1"/>
              <a:t>language</a:t>
            </a:r>
            <a:r>
              <a:rPr lang="de-DE" dirty="0"/>
              <a:t> C)  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99F19CB2-F24A-F703-97B7-549C10C2F0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13929"/>
            <a:ext cx="12192000" cy="1233501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3AF3F45E-591D-8820-52E0-61E807219B1A}"/>
              </a:ext>
            </a:extLst>
          </p:cNvPr>
          <p:cNvSpPr txBox="1"/>
          <p:nvPr/>
        </p:nvSpPr>
        <p:spPr>
          <a:xfrm>
            <a:off x="296332" y="2714413"/>
            <a:ext cx="6333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Random Walk </a:t>
            </a:r>
            <a:r>
              <a:rPr lang="de-DE" dirty="0" err="1"/>
              <a:t>avec</a:t>
            </a:r>
            <a:r>
              <a:rPr lang="de-DE" dirty="0"/>
              <a:t> 2opt att48.tsp (  </a:t>
            </a:r>
            <a:r>
              <a:rPr lang="de-DE" dirty="0" err="1"/>
              <a:t>language</a:t>
            </a:r>
            <a:r>
              <a:rPr lang="de-DE" dirty="0"/>
              <a:t> C)  </a:t>
            </a:r>
          </a:p>
        </p:txBody>
      </p:sp>
      <p:pic>
        <p:nvPicPr>
          <p:cNvPr id="11" name="Grafik 10" descr="Ein Bild, das Text, Schrift, Algebra, Screenshot enthält.&#10;&#10;KI-generierte Inhalte können fehlerhaft sein.">
            <a:extLst>
              <a:ext uri="{FF2B5EF4-FFF2-40B4-BE49-F238E27FC236}">
                <a16:creationId xmlns:a16="http://schemas.microsoft.com/office/drawing/2014/main" id="{C948E17E-8E53-4B45-FF0D-4F1ACA2A3D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26" y="3429000"/>
            <a:ext cx="12192000" cy="2148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3877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66B67139-242F-B5D8-D510-A656057A379B}"/>
              </a:ext>
            </a:extLst>
          </p:cNvPr>
          <p:cNvSpPr txBox="1"/>
          <p:nvPr/>
        </p:nvSpPr>
        <p:spPr>
          <a:xfrm>
            <a:off x="296333" y="296333"/>
            <a:ext cx="6333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Random Walk att48.tsp (  </a:t>
            </a:r>
            <a:r>
              <a:rPr lang="de-DE" dirty="0" err="1"/>
              <a:t>language</a:t>
            </a:r>
            <a:r>
              <a:rPr lang="de-DE" dirty="0"/>
              <a:t>  Python)  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E617946-6579-41FF-0DFF-392C73FAB940}"/>
              </a:ext>
            </a:extLst>
          </p:cNvPr>
          <p:cNvSpPr txBox="1"/>
          <p:nvPr/>
        </p:nvSpPr>
        <p:spPr>
          <a:xfrm>
            <a:off x="296332" y="3641652"/>
            <a:ext cx="6333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Random Walk </a:t>
            </a:r>
            <a:r>
              <a:rPr lang="de-DE" dirty="0" err="1"/>
              <a:t>avec</a:t>
            </a:r>
            <a:r>
              <a:rPr lang="de-DE" dirty="0"/>
              <a:t> 2opt att48.tsp (  </a:t>
            </a:r>
            <a:r>
              <a:rPr lang="de-DE" dirty="0" err="1"/>
              <a:t>language</a:t>
            </a:r>
            <a:r>
              <a:rPr lang="de-DE" dirty="0"/>
              <a:t> Python)  </a:t>
            </a:r>
          </a:p>
        </p:txBody>
      </p:sp>
      <p:pic>
        <p:nvPicPr>
          <p:cNvPr id="7" name="Grafik 6" descr="Ein Bild, das Text, Screenshot, Schrift, Algebra enthält.&#10;&#10;KI-generierte Inhalte können fehlerhaft sein.">
            <a:extLst>
              <a:ext uri="{FF2B5EF4-FFF2-40B4-BE49-F238E27FC236}">
                <a16:creationId xmlns:a16="http://schemas.microsoft.com/office/drawing/2014/main" id="{4378290F-FEA3-C928-DB2F-B7CD64364E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884423"/>
            <a:ext cx="12279443" cy="1763083"/>
          </a:xfrm>
          <a:prstGeom prst="rect">
            <a:avLst/>
          </a:prstGeom>
        </p:spPr>
      </p:pic>
      <p:pic>
        <p:nvPicPr>
          <p:cNvPr id="9" name="Grafik 8" descr="Ein Bild, das Text, Screenshot, Schrift, Algebra enthält.&#10;&#10;KI-generierte Inhalte können fehlerhaft sein.">
            <a:extLst>
              <a:ext uri="{FF2B5EF4-FFF2-40B4-BE49-F238E27FC236}">
                <a16:creationId xmlns:a16="http://schemas.microsoft.com/office/drawing/2014/main" id="{F0331AF8-A6D7-7DC4-6306-E52DE37A02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11712"/>
            <a:ext cx="12192000" cy="1790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7114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2819A90D-2648-A72C-13F2-2513A3A1C0DC}"/>
              </a:ext>
            </a:extLst>
          </p:cNvPr>
          <p:cNvSpPr txBox="1"/>
          <p:nvPr/>
        </p:nvSpPr>
        <p:spPr>
          <a:xfrm>
            <a:off x="296333" y="296333"/>
            <a:ext cx="6333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Plus </a:t>
            </a:r>
            <a:r>
              <a:rPr lang="de-DE" dirty="0" err="1"/>
              <a:t>proche</a:t>
            </a:r>
            <a:r>
              <a:rPr lang="de-DE" dirty="0"/>
              <a:t> </a:t>
            </a:r>
            <a:r>
              <a:rPr lang="de-DE" dirty="0" err="1"/>
              <a:t>voisin</a:t>
            </a:r>
            <a:r>
              <a:rPr lang="de-DE" dirty="0"/>
              <a:t> att48.tsp (  </a:t>
            </a:r>
            <a:r>
              <a:rPr lang="de-DE" dirty="0" err="1"/>
              <a:t>language</a:t>
            </a:r>
            <a:r>
              <a:rPr lang="de-DE" dirty="0"/>
              <a:t> C)  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BA5F9D9-ABA7-B1EB-44E0-77DF9A04B570}"/>
              </a:ext>
            </a:extLst>
          </p:cNvPr>
          <p:cNvSpPr txBox="1"/>
          <p:nvPr/>
        </p:nvSpPr>
        <p:spPr>
          <a:xfrm>
            <a:off x="296332" y="3521542"/>
            <a:ext cx="6333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Plus </a:t>
            </a:r>
            <a:r>
              <a:rPr lang="de-DE" dirty="0" err="1"/>
              <a:t>proche</a:t>
            </a:r>
            <a:r>
              <a:rPr lang="de-DE" dirty="0"/>
              <a:t> </a:t>
            </a:r>
            <a:r>
              <a:rPr lang="de-DE" dirty="0" err="1"/>
              <a:t>voisin</a:t>
            </a:r>
            <a:r>
              <a:rPr lang="de-DE" dirty="0"/>
              <a:t> </a:t>
            </a:r>
            <a:r>
              <a:rPr lang="de-DE" dirty="0" err="1"/>
              <a:t>avec</a:t>
            </a:r>
            <a:r>
              <a:rPr lang="de-DE" dirty="0"/>
              <a:t> 2opt att48.tsp (  </a:t>
            </a:r>
            <a:r>
              <a:rPr lang="de-DE" dirty="0" err="1"/>
              <a:t>language</a:t>
            </a:r>
            <a:r>
              <a:rPr lang="de-DE" dirty="0"/>
              <a:t> C)  </a:t>
            </a:r>
          </a:p>
        </p:txBody>
      </p:sp>
      <p:pic>
        <p:nvPicPr>
          <p:cNvPr id="7" name="Grafik 6" descr="Ein Bild, das Text, Schrift, Screenshot, Algebra enthält.&#10;&#10;KI-generierte Inhalte können fehlerhaft sein.">
            <a:extLst>
              <a:ext uri="{FF2B5EF4-FFF2-40B4-BE49-F238E27FC236}">
                <a16:creationId xmlns:a16="http://schemas.microsoft.com/office/drawing/2014/main" id="{C6AD159D-9E87-3CF3-BC6E-410D1C6211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11050"/>
            <a:ext cx="12192000" cy="1786374"/>
          </a:xfrm>
          <a:prstGeom prst="rect">
            <a:avLst/>
          </a:prstGeom>
        </p:spPr>
      </p:pic>
      <p:pic>
        <p:nvPicPr>
          <p:cNvPr id="9" name="Grafik 8" descr="Ein Bild, das Text, Schrift, Screenshot, Algebra enthält.&#10;&#10;KI-generierte Inhalte können fehlerhaft sein.">
            <a:extLst>
              <a:ext uri="{FF2B5EF4-FFF2-40B4-BE49-F238E27FC236}">
                <a16:creationId xmlns:a16="http://schemas.microsoft.com/office/drawing/2014/main" id="{DEF60AE1-808C-320B-9583-B292D04DC0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00579"/>
            <a:ext cx="12192000" cy="1637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63203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32D7FFFD-14EF-4225-F1C8-0E7579059265}"/>
              </a:ext>
            </a:extLst>
          </p:cNvPr>
          <p:cNvSpPr txBox="1"/>
          <p:nvPr/>
        </p:nvSpPr>
        <p:spPr>
          <a:xfrm>
            <a:off x="296333" y="296333"/>
            <a:ext cx="6333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Plus </a:t>
            </a:r>
            <a:r>
              <a:rPr lang="de-DE" dirty="0" err="1"/>
              <a:t>proche</a:t>
            </a:r>
            <a:r>
              <a:rPr lang="de-DE" dirty="0"/>
              <a:t> </a:t>
            </a:r>
            <a:r>
              <a:rPr lang="de-DE" dirty="0" err="1"/>
              <a:t>voisin</a:t>
            </a:r>
            <a:r>
              <a:rPr lang="de-DE" dirty="0"/>
              <a:t> att48.tsp (  </a:t>
            </a:r>
            <a:r>
              <a:rPr lang="de-DE" dirty="0" err="1"/>
              <a:t>language</a:t>
            </a:r>
            <a:r>
              <a:rPr lang="de-DE" dirty="0"/>
              <a:t> Python)  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662F6A1-5334-CAA0-50D3-C67F47B0C84F}"/>
              </a:ext>
            </a:extLst>
          </p:cNvPr>
          <p:cNvSpPr txBox="1"/>
          <p:nvPr/>
        </p:nvSpPr>
        <p:spPr>
          <a:xfrm>
            <a:off x="296332" y="3638500"/>
            <a:ext cx="6333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Plus </a:t>
            </a:r>
            <a:r>
              <a:rPr lang="de-DE" dirty="0" err="1"/>
              <a:t>proche</a:t>
            </a:r>
            <a:r>
              <a:rPr lang="de-DE" dirty="0"/>
              <a:t> </a:t>
            </a:r>
            <a:r>
              <a:rPr lang="de-DE" dirty="0" err="1"/>
              <a:t>voisin</a:t>
            </a:r>
            <a:r>
              <a:rPr lang="de-DE" dirty="0"/>
              <a:t> </a:t>
            </a:r>
            <a:r>
              <a:rPr lang="de-DE" dirty="0" err="1"/>
              <a:t>avec</a:t>
            </a:r>
            <a:r>
              <a:rPr lang="de-DE" dirty="0"/>
              <a:t> 2opt att48.tsp (  </a:t>
            </a:r>
            <a:r>
              <a:rPr lang="de-DE" dirty="0" err="1"/>
              <a:t>language</a:t>
            </a:r>
            <a:r>
              <a:rPr lang="de-DE" dirty="0"/>
              <a:t> Python)  </a:t>
            </a:r>
          </a:p>
        </p:txBody>
      </p:sp>
      <p:pic>
        <p:nvPicPr>
          <p:cNvPr id="7" name="Grafik 6" descr="Ein Bild, das Text, Schrift, Screenshot, Algebra enthält.&#10;&#10;KI-generierte Inhalte können fehlerhaft sein.">
            <a:extLst>
              <a:ext uri="{FF2B5EF4-FFF2-40B4-BE49-F238E27FC236}">
                <a16:creationId xmlns:a16="http://schemas.microsoft.com/office/drawing/2014/main" id="{16581DF0-3CDC-BB47-4B59-79A2DF2ADC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52042"/>
            <a:ext cx="12192000" cy="2054045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E82C4182-1EB9-7956-C986-2E9D2AA93D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30912"/>
            <a:ext cx="121920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5474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38D2FC43-F4BD-3E18-9B63-C4B0C27D0325}"/>
              </a:ext>
            </a:extLst>
          </p:cNvPr>
          <p:cNvSpPr txBox="1"/>
          <p:nvPr/>
        </p:nvSpPr>
        <p:spPr>
          <a:xfrm>
            <a:off x="296333" y="296333"/>
            <a:ext cx="6333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Algorihme</a:t>
            </a:r>
            <a:r>
              <a:rPr lang="de-DE" dirty="0"/>
              <a:t> </a:t>
            </a:r>
            <a:r>
              <a:rPr lang="de-DE" dirty="0" err="1"/>
              <a:t>générique</a:t>
            </a:r>
            <a:r>
              <a:rPr lang="de-DE" dirty="0"/>
              <a:t> att48.tsp (  </a:t>
            </a:r>
            <a:r>
              <a:rPr lang="de-DE" dirty="0" err="1"/>
              <a:t>language</a:t>
            </a:r>
            <a:r>
              <a:rPr lang="de-DE" dirty="0"/>
              <a:t> C)  </a:t>
            </a:r>
          </a:p>
        </p:txBody>
      </p:sp>
      <p:pic>
        <p:nvPicPr>
          <p:cNvPr id="6" name="Grafik 5" descr="Ein Bild, das Text, Schrift, Screenshot, Algebra enthält.&#10;&#10;KI-generierte Inhalte können fehlerhaft sein.">
            <a:extLst>
              <a:ext uri="{FF2B5EF4-FFF2-40B4-BE49-F238E27FC236}">
                <a16:creationId xmlns:a16="http://schemas.microsoft.com/office/drawing/2014/main" id="{C518C2CD-E503-3C7D-1739-BF78AC50CB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760" y="897297"/>
            <a:ext cx="12192000" cy="1771565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9BCB045F-02DC-49AF-3E4F-E107DEAC7E78}"/>
              </a:ext>
            </a:extLst>
          </p:cNvPr>
          <p:cNvSpPr txBox="1"/>
          <p:nvPr/>
        </p:nvSpPr>
        <p:spPr>
          <a:xfrm>
            <a:off x="111760" y="3059668"/>
            <a:ext cx="6333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Algorihme</a:t>
            </a:r>
            <a:r>
              <a:rPr lang="de-DE" dirty="0"/>
              <a:t> </a:t>
            </a:r>
            <a:r>
              <a:rPr lang="de-DE" dirty="0" err="1"/>
              <a:t>générique</a:t>
            </a:r>
            <a:r>
              <a:rPr lang="de-DE" dirty="0"/>
              <a:t> att48.tsp (  </a:t>
            </a:r>
            <a:r>
              <a:rPr lang="de-DE" dirty="0" err="1"/>
              <a:t>language</a:t>
            </a:r>
            <a:r>
              <a:rPr lang="de-DE" dirty="0"/>
              <a:t>  </a:t>
            </a:r>
            <a:r>
              <a:rPr lang="de-DE" dirty="0" err="1"/>
              <a:t>Phyton</a:t>
            </a:r>
            <a:r>
              <a:rPr lang="de-DE" dirty="0"/>
              <a:t>)  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C239CEC9-3412-6B53-431C-9920376A49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765986"/>
            <a:ext cx="12192000" cy="2194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0745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151</Words>
  <Application>Microsoft Office PowerPoint</Application>
  <PresentationFormat>Breitbild</PresentationFormat>
  <Paragraphs>19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</vt:lpstr>
      <vt:lpstr>Projet Avancée CC3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Dunant Tonfack</dc:creator>
  <cp:lastModifiedBy>Dunant Tonfack</cp:lastModifiedBy>
  <cp:revision>6</cp:revision>
  <dcterms:created xsi:type="dcterms:W3CDTF">2025-11-18T18:46:30Z</dcterms:created>
  <dcterms:modified xsi:type="dcterms:W3CDTF">2025-11-18T20:37:37Z</dcterms:modified>
</cp:coreProperties>
</file>